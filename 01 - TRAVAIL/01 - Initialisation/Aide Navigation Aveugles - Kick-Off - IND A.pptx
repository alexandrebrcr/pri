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62" r:id="rId7"/>
    <p:sldId id="259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88F96-7525-4777-6B15-917F8D8EE97C}" v="2" dt="2024-10-03T16:40:15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Negro" userId="S::andrea.negro@etu.univ-tours.fr::84c06139-c2a1-416d-b358-e24520ea94a1" providerId="AD" clId="Web-{A2C5F1AD-384D-B16C-FCFD-C8924285D297}"/>
    <pc:docChg chg="modSld">
      <pc:chgData name="Andrea Negro" userId="S::andrea.negro@etu.univ-tours.fr::84c06139-c2a1-416d-b358-e24520ea94a1" providerId="AD" clId="Web-{A2C5F1AD-384D-B16C-FCFD-C8924285D297}" dt="2024-09-25T16:22:04.982" v="2" actId="20577"/>
      <pc:docMkLst>
        <pc:docMk/>
      </pc:docMkLst>
      <pc:sldChg chg="modSp">
        <pc:chgData name="Andrea Negro" userId="S::andrea.negro@etu.univ-tours.fr::84c06139-c2a1-416d-b358-e24520ea94a1" providerId="AD" clId="Web-{A2C5F1AD-384D-B16C-FCFD-C8924285D297}" dt="2024-09-25T16:22:04.982" v="2" actId="20577"/>
        <pc:sldMkLst>
          <pc:docMk/>
          <pc:sldMk cId="2816322275" sldId="260"/>
        </pc:sldMkLst>
        <pc:spChg chg="mod">
          <ac:chgData name="Andrea Negro" userId="S::andrea.negro@etu.univ-tours.fr::84c06139-c2a1-416d-b358-e24520ea94a1" providerId="AD" clId="Web-{A2C5F1AD-384D-B16C-FCFD-C8924285D297}" dt="2024-09-25T16:22:04.982" v="2" actId="20577"/>
          <ac:spMkLst>
            <pc:docMk/>
            <pc:sldMk cId="2816322275" sldId="260"/>
            <ac:spMk id="3" creationId="{65A2B296-9E5C-DD67-1A73-C34271F1D499}"/>
          </ac:spMkLst>
        </pc:spChg>
      </pc:sldChg>
    </pc:docChg>
  </pc:docChgLst>
  <pc:docChgLst>
    <pc:chgData name="Alexandre Bourcier" userId="8e266856-5316-4db6-abd3-5031de0427da" providerId="ADAL" clId="{1A256F12-2A16-4B95-81EA-A531283047C5}"/>
    <pc:docChg chg="undo custSel addSld modSld addMainMaster delMainMaster modMainMaster">
      <pc:chgData name="Alexandre Bourcier" userId="8e266856-5316-4db6-abd3-5031de0427da" providerId="ADAL" clId="{1A256F12-2A16-4B95-81EA-A531283047C5}" dt="2024-09-23T14:39:41.466" v="255" actId="478"/>
      <pc:docMkLst>
        <pc:docMk/>
      </pc:docMkLst>
      <pc:sldChg chg="addSp delSp modSp mod modTransition setBg modClrScheme chgLayout">
        <pc:chgData name="Alexandre Bourcier" userId="8e266856-5316-4db6-abd3-5031de0427da" providerId="ADAL" clId="{1A256F12-2A16-4B95-81EA-A531283047C5}" dt="2024-09-23T14:37:56.723" v="243" actId="14100"/>
        <pc:sldMkLst>
          <pc:docMk/>
          <pc:sldMk cId="3784089036" sldId="256"/>
        </pc:sldMkLst>
        <pc:spChg chg="mod">
          <ac:chgData name="Alexandre Bourcier" userId="8e266856-5316-4db6-abd3-5031de0427da" providerId="ADAL" clId="{1A256F12-2A16-4B95-81EA-A531283047C5}" dt="2024-09-23T14:37:56.723" v="243" actId="14100"/>
          <ac:spMkLst>
            <pc:docMk/>
            <pc:sldMk cId="3784089036" sldId="256"/>
            <ac:spMk id="2" creationId="{00000000-0000-0000-0000-000000000000}"/>
          </ac:spMkLst>
        </pc:spChg>
        <pc:spChg chg="del mod">
          <ac:chgData name="Alexandre Bourcier" userId="8e266856-5316-4db6-abd3-5031de0427da" providerId="ADAL" clId="{1A256F12-2A16-4B95-81EA-A531283047C5}" dt="2024-09-23T14:37:37.195" v="237" actId="478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Alexandre Bourcier" userId="8e266856-5316-4db6-abd3-5031de0427da" providerId="ADAL" clId="{1A256F12-2A16-4B95-81EA-A531283047C5}" dt="2024-09-23T14:33:33.975" v="0" actId="26606"/>
          <ac:spMkLst>
            <pc:docMk/>
            <pc:sldMk cId="3784089036" sldId="256"/>
            <ac:spMk id="9" creationId="{0E91F5CA-B392-444C-88E3-BF5BAAEBDEB0}"/>
          </ac:spMkLst>
        </pc:spChg>
        <pc:spChg chg="add">
          <ac:chgData name="Alexandre Bourcier" userId="8e266856-5316-4db6-abd3-5031de0427da" providerId="ADAL" clId="{1A256F12-2A16-4B95-81EA-A531283047C5}" dt="2024-09-23T14:33:33.975" v="0" actId="26606"/>
          <ac:spMkLst>
            <pc:docMk/>
            <pc:sldMk cId="3784089036" sldId="256"/>
            <ac:spMk id="11" creationId="{9752D771-2D72-4B2C-B816-121D10C38ED0}"/>
          </ac:spMkLst>
        </pc:spChg>
        <pc:spChg chg="add">
          <ac:chgData name="Alexandre Bourcier" userId="8e266856-5316-4db6-abd3-5031de0427da" providerId="ADAL" clId="{1A256F12-2A16-4B95-81EA-A531283047C5}" dt="2024-09-23T14:33:33.975" v="0" actId="26606"/>
          <ac:spMkLst>
            <pc:docMk/>
            <pc:sldMk cId="3784089036" sldId="256"/>
            <ac:spMk id="13" creationId="{58D2EC0A-5E54-424F-BE02-26DFFEBD6F9D}"/>
          </ac:spMkLst>
        </pc:spChg>
        <pc:spChg chg="add">
          <ac:chgData name="Alexandre Bourcier" userId="8e266856-5316-4db6-abd3-5031de0427da" providerId="ADAL" clId="{1A256F12-2A16-4B95-81EA-A531283047C5}" dt="2024-09-23T14:33:33.975" v="0" actId="26606"/>
          <ac:spMkLst>
            <pc:docMk/>
            <pc:sldMk cId="3784089036" sldId="256"/>
            <ac:spMk id="15" creationId="{DDCE5572-4319-4D42-813F-C8C69C08CAA8}"/>
          </ac:spMkLst>
        </pc:spChg>
        <pc:picChg chg="add del mod">
          <ac:chgData name="Alexandre Bourcier" userId="8e266856-5316-4db6-abd3-5031de0427da" providerId="ADAL" clId="{1A256F12-2A16-4B95-81EA-A531283047C5}" dt="2024-09-23T14:37:34.861" v="236" actId="478"/>
          <ac:picMkLst>
            <pc:docMk/>
            <pc:sldMk cId="3784089036" sldId="256"/>
            <ac:picMk id="4" creationId="{3314950A-DAEF-261D-C049-903F3EEE0E3C}"/>
          </ac:picMkLst>
        </pc:picChg>
      </pc:sldChg>
      <pc:sldChg chg="modSp new mod modTransition">
        <pc:chgData name="Alexandre Bourcier" userId="8e266856-5316-4db6-abd3-5031de0427da" providerId="ADAL" clId="{1A256F12-2A16-4B95-81EA-A531283047C5}" dt="2024-09-23T14:38:07.401" v="245" actId="20577"/>
        <pc:sldMkLst>
          <pc:docMk/>
          <pc:sldMk cId="976176683" sldId="257"/>
        </pc:sldMkLst>
        <pc:spChg chg="mod">
          <ac:chgData name="Alexandre Bourcier" userId="8e266856-5316-4db6-abd3-5031de0427da" providerId="ADAL" clId="{1A256F12-2A16-4B95-81EA-A531283047C5}" dt="2024-09-23T14:38:07.401" v="245" actId="20577"/>
          <ac:spMkLst>
            <pc:docMk/>
            <pc:sldMk cId="976176683" sldId="257"/>
            <ac:spMk id="2" creationId="{82D1EA97-F28F-504F-F984-D02CE92C0103}"/>
          </ac:spMkLst>
        </pc:spChg>
      </pc:sldChg>
      <pc:sldChg chg="delSp modSp new mod">
        <pc:chgData name="Alexandre Bourcier" userId="8e266856-5316-4db6-abd3-5031de0427da" providerId="ADAL" clId="{1A256F12-2A16-4B95-81EA-A531283047C5}" dt="2024-09-23T14:39:41.466" v="255" actId="478"/>
        <pc:sldMkLst>
          <pc:docMk/>
          <pc:sldMk cId="1449168305" sldId="259"/>
        </pc:sldMkLst>
        <pc:spChg chg="mod">
          <ac:chgData name="Alexandre Bourcier" userId="8e266856-5316-4db6-abd3-5031de0427da" providerId="ADAL" clId="{1A256F12-2A16-4B95-81EA-A531283047C5}" dt="2024-09-23T14:39:35.785" v="254" actId="20577"/>
          <ac:spMkLst>
            <pc:docMk/>
            <pc:sldMk cId="1449168305" sldId="259"/>
            <ac:spMk id="2" creationId="{46159ABE-A716-E4B6-D435-701607A1ABBE}"/>
          </ac:spMkLst>
        </pc:spChg>
        <pc:spChg chg="del">
          <ac:chgData name="Alexandre Bourcier" userId="8e266856-5316-4db6-abd3-5031de0427da" providerId="ADAL" clId="{1A256F12-2A16-4B95-81EA-A531283047C5}" dt="2024-09-23T14:39:41.466" v="255" actId="478"/>
          <ac:spMkLst>
            <pc:docMk/>
            <pc:sldMk cId="1449168305" sldId="259"/>
            <ac:spMk id="3" creationId="{0E71BCA5-22EE-1FDC-39F4-BD98A85297C7}"/>
          </ac:spMkLst>
        </pc:spChg>
      </pc:sldChg>
      <pc:sldMasterChg chg="del delSldLayout">
        <pc:chgData name="Alexandre Bourcier" userId="8e266856-5316-4db6-abd3-5031de0427da" providerId="ADAL" clId="{1A256F12-2A16-4B95-81EA-A531283047C5}" dt="2024-09-23T14:33:33.975" v="0" actId="26606"/>
        <pc:sldMasterMkLst>
          <pc:docMk/>
          <pc:sldMasterMk cId="3071127875" sldId="2147483648"/>
        </pc:sldMasterMkLst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3310491181" sldId="2147483649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3841795644" sldId="2147483650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3466923455" sldId="2147483651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3747632232" sldId="2147483652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2611866596" sldId="2147483653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3395854097" sldId="2147483654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4040201302" sldId="2147483655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2706407263" sldId="2147483656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1610903340" sldId="2147483657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4172787210" sldId="2147483658"/>
          </pc:sldLayoutMkLst>
        </pc:sldLayoutChg>
        <pc:sldLayoutChg chg="del">
          <pc:chgData name="Alexandre Bourcier" userId="8e266856-5316-4db6-abd3-5031de0427da" providerId="ADAL" clId="{1A256F12-2A16-4B95-81EA-A531283047C5}" dt="2024-09-23T14:33:33.975" v="0" actId="26606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modTransition addSldLayout modSldLayout">
        <pc:chgData name="Alexandre Bourcier" userId="8e266856-5316-4db6-abd3-5031de0427da" providerId="ADAL" clId="{1A256F12-2A16-4B95-81EA-A531283047C5}" dt="2024-09-23T14:37:21.968" v="233"/>
        <pc:sldMasterMkLst>
          <pc:docMk/>
          <pc:sldMasterMk cId="2668626168" sldId="2147483712"/>
        </pc:sldMasterMkLst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1186770236" sldId="2147483701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1448000720" sldId="2147483702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1302581277" sldId="2147483703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144215225" sldId="2147483704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3826760423" sldId="2147483705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1977451452" sldId="2147483706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2623473160" sldId="2147483707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354923938" sldId="2147483708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3262738518" sldId="2147483709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2366460122" sldId="2147483710"/>
          </pc:sldLayoutMkLst>
        </pc:sldLayoutChg>
        <pc:sldLayoutChg chg="add modTransition">
          <pc:chgData name="Alexandre Bourcier" userId="8e266856-5316-4db6-abd3-5031de0427da" providerId="ADAL" clId="{1A256F12-2A16-4B95-81EA-A531283047C5}" dt="2024-09-23T14:37:21.968" v="233"/>
          <pc:sldLayoutMkLst>
            <pc:docMk/>
            <pc:sldMasterMk cId="2668626168" sldId="2147483712"/>
            <pc:sldLayoutMk cId="2139744050" sldId="2147483711"/>
          </pc:sldLayoutMkLst>
        </pc:sldLayoutChg>
      </pc:sldMasterChg>
    </pc:docChg>
  </pc:docChgLst>
  <pc:docChgLst>
    <pc:chgData name="Francois Lemoine" userId="S::francois.lemoine@etu.univ-tours.fr::2d7cbb3a-5b59-4f06-9ef3-a96006d665c6" providerId="AD" clId="Web-{15C0BA22-1103-4BAA-AF2E-E08BDF02BD82}"/>
    <pc:docChg chg="modSld">
      <pc:chgData name="Francois Lemoine" userId="S::francois.lemoine@etu.univ-tours.fr::2d7cbb3a-5b59-4f06-9ef3-a96006d665c6" providerId="AD" clId="Web-{15C0BA22-1103-4BAA-AF2E-E08BDF02BD82}" dt="2024-09-24T15:07:14.703" v="176" actId="20577"/>
      <pc:docMkLst>
        <pc:docMk/>
      </pc:docMkLst>
      <pc:sldChg chg="modSp">
        <pc:chgData name="Francois Lemoine" userId="S::francois.lemoine@etu.univ-tours.fr::2d7cbb3a-5b59-4f06-9ef3-a96006d665c6" providerId="AD" clId="Web-{15C0BA22-1103-4BAA-AF2E-E08BDF02BD82}" dt="2024-09-24T15:07:14.703" v="176" actId="20577"/>
        <pc:sldMkLst>
          <pc:docMk/>
          <pc:sldMk cId="2816322275" sldId="260"/>
        </pc:sldMkLst>
        <pc:spChg chg="mod">
          <ac:chgData name="Francois Lemoine" userId="S::francois.lemoine@etu.univ-tours.fr::2d7cbb3a-5b59-4f06-9ef3-a96006d665c6" providerId="AD" clId="Web-{15C0BA22-1103-4BAA-AF2E-E08BDF02BD82}" dt="2024-09-24T15:07:14.703" v="176" actId="20577"/>
          <ac:spMkLst>
            <pc:docMk/>
            <pc:sldMk cId="2816322275" sldId="260"/>
            <ac:spMk id="3" creationId="{65A2B296-9E5C-DD67-1A73-C34271F1D499}"/>
          </ac:spMkLst>
        </pc:spChg>
      </pc:sldChg>
    </pc:docChg>
  </pc:docChgLst>
  <pc:docChgLst>
    <pc:chgData name="Marie Yepez" userId="S::marie.yepez@etu.univ-tours.fr::a57b5467-82b2-4577-ba05-f15fc102208e" providerId="AD" clId="Web-{6C97FE4C-4B2D-4B88-B148-9A3196073A07}"/>
    <pc:docChg chg="addSld modSld">
      <pc:chgData name="Marie Yepez" userId="S::marie.yepez@etu.univ-tours.fr::a57b5467-82b2-4577-ba05-f15fc102208e" providerId="AD" clId="Web-{6C97FE4C-4B2D-4B88-B148-9A3196073A07}" dt="2024-09-23T14:38:39.264" v="18" actId="20577"/>
      <pc:docMkLst>
        <pc:docMk/>
      </pc:docMkLst>
      <pc:sldChg chg="modSp">
        <pc:chgData name="Marie Yepez" userId="S::marie.yepez@etu.univ-tours.fr::a57b5467-82b2-4577-ba05-f15fc102208e" providerId="AD" clId="Web-{6C97FE4C-4B2D-4B88-B148-9A3196073A07}" dt="2024-09-23T14:38:13.310" v="2" actId="20577"/>
        <pc:sldMkLst>
          <pc:docMk/>
          <pc:sldMk cId="976176683" sldId="257"/>
        </pc:sldMkLst>
        <pc:spChg chg="mod">
          <ac:chgData name="Marie Yepez" userId="S::marie.yepez@etu.univ-tours.fr::a57b5467-82b2-4577-ba05-f15fc102208e" providerId="AD" clId="Web-{6C97FE4C-4B2D-4B88-B148-9A3196073A07}" dt="2024-09-23T14:38:13.310" v="2" actId="20577"/>
          <ac:spMkLst>
            <pc:docMk/>
            <pc:sldMk cId="976176683" sldId="257"/>
            <ac:spMk id="2" creationId="{82D1EA97-F28F-504F-F984-D02CE92C0103}"/>
          </ac:spMkLst>
        </pc:spChg>
      </pc:sldChg>
      <pc:sldChg chg="modSp new">
        <pc:chgData name="Marie Yepez" userId="S::marie.yepez@etu.univ-tours.fr::a57b5467-82b2-4577-ba05-f15fc102208e" providerId="AD" clId="Web-{6C97FE4C-4B2D-4B88-B148-9A3196073A07}" dt="2024-09-23T14:38:39.264" v="18" actId="20577"/>
        <pc:sldMkLst>
          <pc:docMk/>
          <pc:sldMk cId="2291777864" sldId="258"/>
        </pc:sldMkLst>
        <pc:spChg chg="mod">
          <ac:chgData name="Marie Yepez" userId="S::marie.yepez@etu.univ-tours.fr::a57b5467-82b2-4577-ba05-f15fc102208e" providerId="AD" clId="Web-{6C97FE4C-4B2D-4B88-B148-9A3196073A07}" dt="2024-09-23T14:38:39.264" v="18" actId="20577"/>
          <ac:spMkLst>
            <pc:docMk/>
            <pc:sldMk cId="2291777864" sldId="258"/>
            <ac:spMk id="2" creationId="{6DBCB0B9-8DE6-5478-F4D8-8FA6AF152CBA}"/>
          </ac:spMkLst>
        </pc:spChg>
      </pc:sldChg>
    </pc:docChg>
  </pc:docChgLst>
  <pc:docChgLst>
    <pc:chgData name="Pierrick Ledys" userId="S::pierrick.ledys@etu.univ-tours.fr::60234edf-4257-4fd6-b089-ea2f4b0bff12" providerId="AD" clId="Web-{A2A88F96-7525-4777-6B15-917F8D8EE97C}"/>
    <pc:docChg chg="modSld">
      <pc:chgData name="Pierrick Ledys" userId="S::pierrick.ledys@etu.univ-tours.fr::60234edf-4257-4fd6-b089-ea2f4b0bff12" providerId="AD" clId="Web-{A2A88F96-7525-4777-6B15-917F8D8EE97C}" dt="2024-10-03T16:40:15.743" v="1" actId="1076"/>
      <pc:docMkLst>
        <pc:docMk/>
      </pc:docMkLst>
      <pc:sldChg chg="modSp">
        <pc:chgData name="Pierrick Ledys" userId="S::pierrick.ledys@etu.univ-tours.fr::60234edf-4257-4fd6-b089-ea2f4b0bff12" providerId="AD" clId="Web-{A2A88F96-7525-4777-6B15-917F8D8EE97C}" dt="2024-10-03T16:40:15.743" v="1" actId="1076"/>
        <pc:sldMkLst>
          <pc:docMk/>
          <pc:sldMk cId="3021852934" sldId="261"/>
        </pc:sldMkLst>
        <pc:picChg chg="mod">
          <ac:chgData name="Pierrick Ledys" userId="S::pierrick.ledys@etu.univ-tours.fr::60234edf-4257-4fd6-b089-ea2f4b0bff12" providerId="AD" clId="Web-{A2A88F96-7525-4777-6B15-917F8D8EE97C}" dt="2024-10-03T16:40:15.743" v="1" actId="1076"/>
          <ac:picMkLst>
            <pc:docMk/>
            <pc:sldMk cId="3021852934" sldId="261"/>
            <ac:picMk id="6" creationId="{C4863958-DA3D-5EF2-BFFB-A15CB0F0B5C2}"/>
          </ac:picMkLst>
        </pc:picChg>
      </pc:sldChg>
    </pc:docChg>
  </pc:docChgLst>
  <pc:docChgLst>
    <pc:chgData name="Marie Yepez" userId="S::marie.yepez@etu.univ-tours.fr::a57b5467-82b2-4577-ba05-f15fc102208e" providerId="AD" clId="Web-{7534791A-3EFA-4C94-982E-0D780935EE6B}"/>
    <pc:docChg chg="modSld">
      <pc:chgData name="Marie Yepez" userId="S::marie.yepez@etu.univ-tours.fr::a57b5467-82b2-4577-ba05-f15fc102208e" providerId="AD" clId="Web-{7534791A-3EFA-4C94-982E-0D780935EE6B}" dt="2024-09-23T15:17:01.658" v="27" actId="1076"/>
      <pc:docMkLst>
        <pc:docMk/>
      </pc:docMkLst>
      <pc:sldChg chg="addSp delSp modSp">
        <pc:chgData name="Marie Yepez" userId="S::marie.yepez@etu.univ-tours.fr::a57b5467-82b2-4577-ba05-f15fc102208e" providerId="AD" clId="Web-{7534791A-3EFA-4C94-982E-0D780935EE6B}" dt="2024-09-23T15:17:01.658" v="27" actId="1076"/>
        <pc:sldMkLst>
          <pc:docMk/>
          <pc:sldMk cId="2291777864" sldId="258"/>
        </pc:sldMkLst>
        <pc:picChg chg="add mod modCrop">
          <ac:chgData name="Marie Yepez" userId="S::marie.yepez@etu.univ-tours.fr::a57b5467-82b2-4577-ba05-f15fc102208e" providerId="AD" clId="Web-{7534791A-3EFA-4C94-982E-0D780935EE6B}" dt="2024-09-23T15:01:18.833" v="12" actId="1076"/>
          <ac:picMkLst>
            <pc:docMk/>
            <pc:sldMk cId="2291777864" sldId="258"/>
            <ac:picMk id="3" creationId="{CA87CD98-1765-9CB8-E7B7-44ED79A40393}"/>
          </ac:picMkLst>
        </pc:picChg>
        <pc:picChg chg="del">
          <ac:chgData name="Marie Yepez" userId="S::marie.yepez@etu.univ-tours.fr::a57b5467-82b2-4577-ba05-f15fc102208e" providerId="AD" clId="Web-{7534791A-3EFA-4C94-982E-0D780935EE6B}" dt="2024-09-23T15:00:32.691" v="1"/>
          <ac:picMkLst>
            <pc:docMk/>
            <pc:sldMk cId="2291777864" sldId="258"/>
            <ac:picMk id="5" creationId="{F5ED95BA-D47B-D761-673A-19AC1DEEFC07}"/>
          </ac:picMkLst>
        </pc:picChg>
        <pc:picChg chg="mod">
          <ac:chgData name="Marie Yepez" userId="S::marie.yepez@etu.univ-tours.fr::a57b5467-82b2-4577-ba05-f15fc102208e" providerId="AD" clId="Web-{7534791A-3EFA-4C94-982E-0D780935EE6B}" dt="2024-09-23T15:17:01.658" v="27" actId="1076"/>
          <ac:picMkLst>
            <pc:docMk/>
            <pc:sldMk cId="2291777864" sldId="258"/>
            <ac:picMk id="6" creationId="{95D225AC-547F-FF73-F131-536DB114A708}"/>
          </ac:picMkLst>
        </pc:picChg>
        <pc:picChg chg="mod">
          <ac:chgData name="Marie Yepez" userId="S::marie.yepez@etu.univ-tours.fr::a57b5467-82b2-4577-ba05-f15fc102208e" providerId="AD" clId="Web-{7534791A-3EFA-4C94-982E-0D780935EE6B}" dt="2024-09-23T15:16:53.767" v="25" actId="1076"/>
          <ac:picMkLst>
            <pc:docMk/>
            <pc:sldMk cId="2291777864" sldId="258"/>
            <ac:picMk id="7" creationId="{03BD4C1F-12C6-F87D-7223-BCB8871F4A01}"/>
          </ac:picMkLst>
        </pc:picChg>
        <pc:picChg chg="mod modCrop">
          <ac:chgData name="Marie Yepez" userId="S::marie.yepez@etu.univ-tours.fr::a57b5467-82b2-4577-ba05-f15fc102208e" providerId="AD" clId="Web-{7534791A-3EFA-4C94-982E-0D780935EE6B}" dt="2024-09-23T15:16:59.330" v="26" actId="1076"/>
          <ac:picMkLst>
            <pc:docMk/>
            <pc:sldMk cId="2291777864" sldId="258"/>
            <ac:picMk id="8" creationId="{AD81DCE7-D406-DD10-2342-59DF94532FC4}"/>
          </ac:picMkLst>
        </pc:picChg>
        <pc:picChg chg="mod modCrop">
          <ac:chgData name="Marie Yepez" userId="S::marie.yepez@etu.univ-tours.fr::a57b5467-82b2-4577-ba05-f15fc102208e" providerId="AD" clId="Web-{7534791A-3EFA-4C94-982E-0D780935EE6B}" dt="2024-09-23T15:01:20.489" v="13" actId="1076"/>
          <ac:picMkLst>
            <pc:docMk/>
            <pc:sldMk cId="2291777864" sldId="258"/>
            <ac:picMk id="9" creationId="{139CDADF-E8AB-2687-122D-CECE81C210FD}"/>
          </ac:picMkLst>
        </pc:picChg>
      </pc:sldChg>
    </pc:docChg>
  </pc:docChgLst>
  <pc:docChgLst>
    <pc:chgData name="Marie Yepez" userId="S::marie.yepez@etu.univ-tours.fr::a57b5467-82b2-4577-ba05-f15fc102208e" providerId="AD" clId="Web-{2D84552A-5122-47C7-B769-E98323E46446}"/>
    <pc:docChg chg="modSld">
      <pc:chgData name="Marie Yepez" userId="S::marie.yepez@etu.univ-tours.fr::a57b5467-82b2-4577-ba05-f15fc102208e" providerId="AD" clId="Web-{2D84552A-5122-47C7-B769-E98323E46446}" dt="2024-09-23T14:48:56.949" v="75"/>
      <pc:docMkLst>
        <pc:docMk/>
      </pc:docMkLst>
      <pc:sldChg chg="addSp delSp modSp">
        <pc:chgData name="Marie Yepez" userId="S::marie.yepez@etu.univ-tours.fr::a57b5467-82b2-4577-ba05-f15fc102208e" providerId="AD" clId="Web-{2D84552A-5122-47C7-B769-E98323E46446}" dt="2024-09-23T14:48:56.949" v="75"/>
        <pc:sldMkLst>
          <pc:docMk/>
          <pc:sldMk cId="2291777864" sldId="258"/>
        </pc:sldMkLst>
        <pc:spChg chg="del">
          <ac:chgData name="Marie Yepez" userId="S::marie.yepez@etu.univ-tours.fr::a57b5467-82b2-4577-ba05-f15fc102208e" providerId="AD" clId="Web-{2D84552A-5122-47C7-B769-E98323E46446}" dt="2024-09-23T14:43:12.670" v="0"/>
          <ac:spMkLst>
            <pc:docMk/>
            <pc:sldMk cId="2291777864" sldId="258"/>
            <ac:spMk id="3" creationId="{008B71DD-55AA-0BBD-A7F4-1FA69D201F42}"/>
          </ac:spMkLst>
        </pc:spChg>
        <pc:picChg chg="add mod modCrop">
          <ac:chgData name="Marie Yepez" userId="S::marie.yepez@etu.univ-tours.fr::a57b5467-82b2-4577-ba05-f15fc102208e" providerId="AD" clId="Web-{2D84552A-5122-47C7-B769-E98323E46446}" dt="2024-09-23T14:48:56.949" v="75"/>
          <ac:picMkLst>
            <pc:docMk/>
            <pc:sldMk cId="2291777864" sldId="258"/>
            <ac:picMk id="4" creationId="{34193B41-6DE0-60B6-6C37-A230880D1D07}"/>
          </ac:picMkLst>
        </pc:picChg>
        <pc:picChg chg="add mod modCrop">
          <ac:chgData name="Marie Yepez" userId="S::marie.yepez@etu.univ-tours.fr::a57b5467-82b2-4577-ba05-f15fc102208e" providerId="AD" clId="Web-{2D84552A-5122-47C7-B769-E98323E46446}" dt="2024-09-23T14:47:20.524" v="53" actId="1076"/>
          <ac:picMkLst>
            <pc:docMk/>
            <pc:sldMk cId="2291777864" sldId="258"/>
            <ac:picMk id="5" creationId="{F5ED95BA-D47B-D761-673A-19AC1DEEFC07}"/>
          </ac:picMkLst>
        </pc:picChg>
        <pc:picChg chg="add mod modCrop">
          <ac:chgData name="Marie Yepez" userId="S::marie.yepez@etu.univ-tours.fr::a57b5467-82b2-4577-ba05-f15fc102208e" providerId="AD" clId="Web-{2D84552A-5122-47C7-B769-E98323E46446}" dt="2024-09-23T14:47:55.306" v="62" actId="1076"/>
          <ac:picMkLst>
            <pc:docMk/>
            <pc:sldMk cId="2291777864" sldId="258"/>
            <ac:picMk id="6" creationId="{95D225AC-547F-FF73-F131-536DB114A708}"/>
          </ac:picMkLst>
        </pc:picChg>
        <pc:picChg chg="add mod modCrop">
          <ac:chgData name="Marie Yepez" userId="S::marie.yepez@etu.univ-tours.fr::a57b5467-82b2-4577-ba05-f15fc102208e" providerId="AD" clId="Web-{2D84552A-5122-47C7-B769-E98323E46446}" dt="2024-09-23T14:48:15.494" v="73" actId="1076"/>
          <ac:picMkLst>
            <pc:docMk/>
            <pc:sldMk cId="2291777864" sldId="258"/>
            <ac:picMk id="7" creationId="{03BD4C1F-12C6-F87D-7223-BCB8871F4A01}"/>
          </ac:picMkLst>
        </pc:picChg>
        <pc:picChg chg="add mod modCrop">
          <ac:chgData name="Marie Yepez" userId="S::marie.yepez@etu.univ-tours.fr::a57b5467-82b2-4577-ba05-f15fc102208e" providerId="AD" clId="Web-{2D84552A-5122-47C7-B769-E98323E46446}" dt="2024-09-23T14:47:54.244" v="61" actId="1076"/>
          <ac:picMkLst>
            <pc:docMk/>
            <pc:sldMk cId="2291777864" sldId="258"/>
            <ac:picMk id="8" creationId="{AD81DCE7-D406-DD10-2342-59DF94532FC4}"/>
          </ac:picMkLst>
        </pc:picChg>
        <pc:picChg chg="add mod modCrop">
          <ac:chgData name="Marie Yepez" userId="S::marie.yepez@etu.univ-tours.fr::a57b5467-82b2-4577-ba05-f15fc102208e" providerId="AD" clId="Web-{2D84552A-5122-47C7-B769-E98323E46446}" dt="2024-09-23T14:48:09.572" v="70" actId="1076"/>
          <ac:picMkLst>
            <pc:docMk/>
            <pc:sldMk cId="2291777864" sldId="258"/>
            <ac:picMk id="9" creationId="{139CDADF-E8AB-2687-122D-CECE81C210FD}"/>
          </ac:picMkLst>
        </pc:picChg>
      </pc:sldChg>
    </pc:docChg>
  </pc:docChgLst>
  <pc:docChgLst>
    <pc:chgData name="Marie Yepez" userId="S::marie.yepez@etu.univ-tours.fr::a57b5467-82b2-4577-ba05-f15fc102208e" providerId="AD" clId="Web-{A547E6C5-BB8F-40E3-9C5A-99456EB097E4}"/>
    <pc:docChg chg="modSld">
      <pc:chgData name="Marie Yepez" userId="S::marie.yepez@etu.univ-tours.fr::a57b5467-82b2-4577-ba05-f15fc102208e" providerId="AD" clId="Web-{A547E6C5-BB8F-40E3-9C5A-99456EB097E4}" dt="2024-09-23T14:53:25.223" v="6" actId="1076"/>
      <pc:docMkLst>
        <pc:docMk/>
      </pc:docMkLst>
      <pc:sldChg chg="addSp modSp">
        <pc:chgData name="Marie Yepez" userId="S::marie.yepez@etu.univ-tours.fr::a57b5467-82b2-4577-ba05-f15fc102208e" providerId="AD" clId="Web-{A547E6C5-BB8F-40E3-9C5A-99456EB097E4}" dt="2024-09-23T14:53:25.223" v="6" actId="1076"/>
        <pc:sldMkLst>
          <pc:docMk/>
          <pc:sldMk cId="3784089036" sldId="256"/>
        </pc:sldMkLst>
        <pc:picChg chg="add mod modCrop">
          <ac:chgData name="Marie Yepez" userId="S::marie.yepez@etu.univ-tours.fr::a57b5467-82b2-4577-ba05-f15fc102208e" providerId="AD" clId="Web-{A547E6C5-BB8F-40E3-9C5A-99456EB097E4}" dt="2024-09-23T14:53:25.223" v="6" actId="1076"/>
          <ac:picMkLst>
            <pc:docMk/>
            <pc:sldMk cId="3784089036" sldId="256"/>
            <ac:picMk id="3" creationId="{99083F00-656E-AAC1-3006-5D7EEBC61509}"/>
          </ac:picMkLst>
        </pc:picChg>
      </pc:sldChg>
    </pc:docChg>
  </pc:docChgLst>
  <pc:docChgLst>
    <pc:chgData name="Victor Rivet" userId="S::victor.rivet@etu.univ-tours.fr::282b4bf6-47b5-4c2c-a04b-e767e681dbc0" providerId="AD" clId="Web-{6836DA6B-A2DE-4ABE-556D-90DEF8903584}"/>
    <pc:docChg chg="addSld modSld">
      <pc:chgData name="Victor Rivet" userId="S::victor.rivet@etu.univ-tours.fr::282b4bf6-47b5-4c2c-a04b-e767e681dbc0" providerId="AD" clId="Web-{6836DA6B-A2DE-4ABE-556D-90DEF8903584}" dt="2024-09-23T15:04:17.527" v="398" actId="1076"/>
      <pc:docMkLst>
        <pc:docMk/>
      </pc:docMkLst>
      <pc:sldChg chg="modSp">
        <pc:chgData name="Victor Rivet" userId="S::victor.rivet@etu.univ-tours.fr::282b4bf6-47b5-4c2c-a04b-e767e681dbc0" providerId="AD" clId="Web-{6836DA6B-A2DE-4ABE-556D-90DEF8903584}" dt="2024-09-23T14:39:35.749" v="202" actId="20577"/>
        <pc:sldMkLst>
          <pc:docMk/>
          <pc:sldMk cId="976176683" sldId="257"/>
        </pc:sldMkLst>
        <pc:spChg chg="mod">
          <ac:chgData name="Victor Rivet" userId="S::victor.rivet@etu.univ-tours.fr::282b4bf6-47b5-4c2c-a04b-e767e681dbc0" providerId="AD" clId="Web-{6836DA6B-A2DE-4ABE-556D-90DEF8903584}" dt="2024-09-23T14:37:39.542" v="108" actId="20577"/>
          <ac:spMkLst>
            <pc:docMk/>
            <pc:sldMk cId="976176683" sldId="257"/>
            <ac:spMk id="2" creationId="{82D1EA97-F28F-504F-F984-D02CE92C0103}"/>
          </ac:spMkLst>
        </pc:spChg>
        <pc:spChg chg="mod">
          <ac:chgData name="Victor Rivet" userId="S::victor.rivet@etu.univ-tours.fr::282b4bf6-47b5-4c2c-a04b-e767e681dbc0" providerId="AD" clId="Web-{6836DA6B-A2DE-4ABE-556D-90DEF8903584}" dt="2024-09-23T14:39:35.749" v="202" actId="20577"/>
          <ac:spMkLst>
            <pc:docMk/>
            <pc:sldMk cId="976176683" sldId="257"/>
            <ac:spMk id="3" creationId="{53EF3F9C-DC9F-67A2-BCB3-8F871D05B3BF}"/>
          </ac:spMkLst>
        </pc:spChg>
      </pc:sldChg>
      <pc:sldChg chg="modSp new">
        <pc:chgData name="Victor Rivet" userId="S::victor.rivet@etu.univ-tours.fr::282b4bf6-47b5-4c2c-a04b-e767e681dbc0" providerId="AD" clId="Web-{6836DA6B-A2DE-4ABE-556D-90DEF8903584}" dt="2024-09-23T14:51:54.325" v="386" actId="20577"/>
        <pc:sldMkLst>
          <pc:docMk/>
          <pc:sldMk cId="2816322275" sldId="260"/>
        </pc:sldMkLst>
        <pc:spChg chg="mod">
          <ac:chgData name="Victor Rivet" userId="S::victor.rivet@etu.univ-tours.fr::282b4bf6-47b5-4c2c-a04b-e767e681dbc0" providerId="AD" clId="Web-{6836DA6B-A2DE-4ABE-556D-90DEF8903584}" dt="2024-09-23T14:41:11.409" v="229" actId="20577"/>
          <ac:spMkLst>
            <pc:docMk/>
            <pc:sldMk cId="2816322275" sldId="260"/>
            <ac:spMk id="2" creationId="{382BD8BE-9EE5-43BD-858F-8FD2DB49B0A7}"/>
          </ac:spMkLst>
        </pc:spChg>
        <pc:spChg chg="mod">
          <ac:chgData name="Victor Rivet" userId="S::victor.rivet@etu.univ-tours.fr::282b4bf6-47b5-4c2c-a04b-e767e681dbc0" providerId="AD" clId="Web-{6836DA6B-A2DE-4ABE-556D-90DEF8903584}" dt="2024-09-23T14:51:54.325" v="386" actId="20577"/>
          <ac:spMkLst>
            <pc:docMk/>
            <pc:sldMk cId="2816322275" sldId="260"/>
            <ac:spMk id="3" creationId="{65A2B296-9E5C-DD67-1A73-C34271F1D499}"/>
          </ac:spMkLst>
        </pc:spChg>
      </pc:sldChg>
      <pc:sldChg chg="addSp delSp modSp new mod setBg">
        <pc:chgData name="Victor Rivet" userId="S::victor.rivet@etu.univ-tours.fr::282b4bf6-47b5-4c2c-a04b-e767e681dbc0" providerId="AD" clId="Web-{6836DA6B-A2DE-4ABE-556D-90DEF8903584}" dt="2024-09-23T15:04:17.527" v="398" actId="1076"/>
        <pc:sldMkLst>
          <pc:docMk/>
          <pc:sldMk cId="3021852934" sldId="261"/>
        </pc:sldMkLst>
        <pc:spChg chg="mod">
          <ac:chgData name="Victor Rivet" userId="S::victor.rivet@etu.univ-tours.fr::282b4bf6-47b5-4c2c-a04b-e767e681dbc0" providerId="AD" clId="Web-{6836DA6B-A2DE-4ABE-556D-90DEF8903584}" dt="2024-09-23T15:04:04.417" v="396"/>
          <ac:spMkLst>
            <pc:docMk/>
            <pc:sldMk cId="3021852934" sldId="261"/>
            <ac:spMk id="2" creationId="{585D18B0-949F-CE42-2DE1-62C98F852961}"/>
          </ac:spMkLst>
        </pc:spChg>
        <pc:spChg chg="del">
          <ac:chgData name="Victor Rivet" userId="S::victor.rivet@etu.univ-tours.fr::282b4bf6-47b5-4c2c-a04b-e767e681dbc0" providerId="AD" clId="Web-{6836DA6B-A2DE-4ABE-556D-90DEF8903584}" dt="2024-09-23T14:59:38.031" v="387"/>
          <ac:spMkLst>
            <pc:docMk/>
            <pc:sldMk cId="3021852934" sldId="261"/>
            <ac:spMk id="3" creationId="{AA737B9F-3569-6081-E1C1-9F73B675DD9F}"/>
          </ac:spMkLst>
        </pc:spChg>
        <pc:spChg chg="add del mod">
          <ac:chgData name="Victor Rivet" userId="S::victor.rivet@etu.univ-tours.fr::282b4bf6-47b5-4c2c-a04b-e767e681dbc0" providerId="AD" clId="Web-{6836DA6B-A2DE-4ABE-556D-90DEF8903584}" dt="2024-09-23T15:03:49.182" v="392"/>
          <ac:spMkLst>
            <pc:docMk/>
            <pc:sldMk cId="3021852934" sldId="261"/>
            <ac:spMk id="7" creationId="{2698B970-ED96-F9AC-45F2-7B99F5C0F006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95" v="397"/>
          <ac:spMkLst>
            <pc:docMk/>
            <pc:sldMk cId="3021852934" sldId="261"/>
            <ac:spMk id="10" creationId="{02472DE8-E58B-4D56-BA61-C69C601DC760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95" v="397"/>
          <ac:spMkLst>
            <pc:docMk/>
            <pc:sldMk cId="3021852934" sldId="261"/>
            <ac:spMk id="12" creationId="{0183ACFC-B25E-402F-BBD8-E42034CDD49A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95" v="397"/>
          <ac:spMkLst>
            <pc:docMk/>
            <pc:sldMk cId="3021852934" sldId="261"/>
            <ac:spMk id="14" creationId="{3501A971-CEBD-4E4B-8529-3BB4F4100CD6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3:59.948" v="394"/>
          <ac:spMkLst>
            <pc:docMk/>
            <pc:sldMk cId="3021852934" sldId="261"/>
            <ac:spMk id="19" creationId="{0F584D22-CD28-4363-A679-ACA953A2A6F4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3:59.948" v="394"/>
          <ac:spMkLst>
            <pc:docMk/>
            <pc:sldMk cId="3021852934" sldId="261"/>
            <ac:spMk id="21" creationId="{5B0E491B-5098-4794-9326-BC6DB475567C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17" v="396"/>
          <ac:spMkLst>
            <pc:docMk/>
            <pc:sldMk cId="3021852934" sldId="261"/>
            <ac:spMk id="23" creationId="{E914257E-1E2A-4AC7-89EC-1FB65C9C0A0D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17" v="396"/>
          <ac:spMkLst>
            <pc:docMk/>
            <pc:sldMk cId="3021852934" sldId="261"/>
            <ac:spMk id="25" creationId="{03E1C8F1-97F5-489C-8308-958F09657254}"/>
          </ac:spMkLst>
        </pc:spChg>
        <pc:spChg chg="add del">
          <ac:chgData name="Victor Rivet" userId="S::victor.rivet@etu.univ-tours.fr::282b4bf6-47b5-4c2c-a04b-e767e681dbc0" providerId="AD" clId="Web-{6836DA6B-A2DE-4ABE-556D-90DEF8903584}" dt="2024-09-23T15:04:04.417" v="396"/>
          <ac:spMkLst>
            <pc:docMk/>
            <pc:sldMk cId="3021852934" sldId="261"/>
            <ac:spMk id="27" creationId="{DEB62645-D4DA-4E99-8344-B1536F63D108}"/>
          </ac:spMkLst>
        </pc:spChg>
        <pc:spChg chg="add">
          <ac:chgData name="Victor Rivet" userId="S::victor.rivet@etu.univ-tours.fr::282b4bf6-47b5-4c2c-a04b-e767e681dbc0" providerId="AD" clId="Web-{6836DA6B-A2DE-4ABE-556D-90DEF8903584}" dt="2024-09-23T15:04:04.495" v="397"/>
          <ac:spMkLst>
            <pc:docMk/>
            <pc:sldMk cId="3021852934" sldId="261"/>
            <ac:spMk id="29" creationId="{0F584D22-CD28-4363-A679-ACA953A2A6F4}"/>
          </ac:spMkLst>
        </pc:spChg>
        <pc:spChg chg="add">
          <ac:chgData name="Victor Rivet" userId="S::victor.rivet@etu.univ-tours.fr::282b4bf6-47b5-4c2c-a04b-e767e681dbc0" providerId="AD" clId="Web-{6836DA6B-A2DE-4ABE-556D-90DEF8903584}" dt="2024-09-23T15:04:04.495" v="397"/>
          <ac:spMkLst>
            <pc:docMk/>
            <pc:sldMk cId="3021852934" sldId="261"/>
            <ac:spMk id="30" creationId="{5B0E491B-5098-4794-9326-BC6DB475567C}"/>
          </ac:spMkLst>
        </pc:spChg>
        <pc:graphicFrameChg chg="add del mod ord modGraphic">
          <ac:chgData name="Victor Rivet" userId="S::victor.rivet@etu.univ-tours.fr::282b4bf6-47b5-4c2c-a04b-e767e681dbc0" providerId="AD" clId="Web-{6836DA6B-A2DE-4ABE-556D-90DEF8903584}" dt="2024-09-23T15:03:48.604" v="391"/>
          <ac:graphicFrameMkLst>
            <pc:docMk/>
            <pc:sldMk cId="3021852934" sldId="261"/>
            <ac:graphicFrameMk id="5" creationId="{905CBD02-89D3-41D3-1301-66BD8BCD6ADF}"/>
          </ac:graphicFrameMkLst>
        </pc:graphicFrameChg>
        <pc:graphicFrameChg chg="add mod ord modGraphic">
          <ac:chgData name="Victor Rivet" userId="S::victor.rivet@etu.univ-tours.fr::282b4bf6-47b5-4c2c-a04b-e767e681dbc0" providerId="AD" clId="Web-{6836DA6B-A2DE-4ABE-556D-90DEF8903584}" dt="2024-09-23T15:04:17.527" v="398" actId="1076"/>
          <ac:graphicFrameMkLst>
            <pc:docMk/>
            <pc:sldMk cId="3021852934" sldId="261"/>
            <ac:graphicFrameMk id="9" creationId="{9247F5C6-AFA4-A807-10B4-12F88E913470}"/>
          </ac:graphicFrameMkLst>
        </pc:graphicFrameChg>
        <pc:picChg chg="add del">
          <ac:chgData name="Victor Rivet" userId="S::victor.rivet@etu.univ-tours.fr::282b4bf6-47b5-4c2c-a04b-e767e681dbc0" providerId="AD" clId="Web-{6836DA6B-A2DE-4ABE-556D-90DEF8903584}" dt="2024-09-23T15:04:04.417" v="396"/>
          <ac:picMkLst>
            <pc:docMk/>
            <pc:sldMk cId="3021852934" sldId="261"/>
            <ac:picMk id="24" creationId="{DEB2E8C4-C3E7-4048-A43D-9859510CFA98}"/>
          </ac:picMkLst>
        </pc:picChg>
        <pc:inkChg chg="add del">
          <ac:chgData name="Victor Rivet" userId="S::victor.rivet@etu.univ-tours.fr::282b4bf6-47b5-4c2c-a04b-e767e681dbc0" providerId="AD" clId="Web-{6836DA6B-A2DE-4ABE-556D-90DEF8903584}" dt="2024-09-23T15:04:04.417" v="396"/>
          <ac:inkMkLst>
            <pc:docMk/>
            <pc:sldMk cId="3021852934" sldId="261"/>
            <ac:inkMk id="26" creationId="{24D29CCB-7956-4E3E-8880-304085F04BF4}"/>
          </ac:inkMkLst>
        </pc:inkChg>
      </pc:sldChg>
    </pc:docChg>
  </pc:docChgLst>
  <pc:docChgLst>
    <pc:chgData name="Andrea Negro" userId="84c06139-c2a1-416d-b358-e24520ea94a1" providerId="ADAL" clId="{ADF6A351-3A37-4A77-A06D-01626384A43F}"/>
    <pc:docChg chg="undo custSel addSld delSld modSld">
      <pc:chgData name="Andrea Negro" userId="84c06139-c2a1-416d-b358-e24520ea94a1" providerId="ADAL" clId="{ADF6A351-3A37-4A77-A06D-01626384A43F}" dt="2024-10-03T09:33:32.216" v="69" actId="1076"/>
      <pc:docMkLst>
        <pc:docMk/>
      </pc:docMkLst>
      <pc:sldChg chg="modSp mod">
        <pc:chgData name="Andrea Negro" userId="84c06139-c2a1-416d-b358-e24520ea94a1" providerId="ADAL" clId="{ADF6A351-3A37-4A77-A06D-01626384A43F}" dt="2024-10-03T09:22:33.443" v="8" actId="20577"/>
        <pc:sldMkLst>
          <pc:docMk/>
          <pc:sldMk cId="976176683" sldId="257"/>
        </pc:sldMkLst>
        <pc:spChg chg="mod">
          <ac:chgData name="Andrea Negro" userId="84c06139-c2a1-416d-b358-e24520ea94a1" providerId="ADAL" clId="{ADF6A351-3A37-4A77-A06D-01626384A43F}" dt="2024-10-03T09:22:33.443" v="8" actId="20577"/>
          <ac:spMkLst>
            <pc:docMk/>
            <pc:sldMk cId="976176683" sldId="257"/>
            <ac:spMk id="3" creationId="{53EF3F9C-DC9F-67A2-BCB3-8F871D05B3BF}"/>
          </ac:spMkLst>
        </pc:spChg>
      </pc:sldChg>
      <pc:sldChg chg="del">
        <pc:chgData name="Andrea Negro" userId="84c06139-c2a1-416d-b358-e24520ea94a1" providerId="ADAL" clId="{ADF6A351-3A37-4A77-A06D-01626384A43F}" dt="2024-10-03T09:22:56.851" v="9" actId="2696"/>
        <pc:sldMkLst>
          <pc:docMk/>
          <pc:sldMk cId="2291777864" sldId="258"/>
        </pc:sldMkLst>
      </pc:sldChg>
      <pc:sldChg chg="addSp modSp mod">
        <pc:chgData name="Andrea Negro" userId="84c06139-c2a1-416d-b358-e24520ea94a1" providerId="ADAL" clId="{ADF6A351-3A37-4A77-A06D-01626384A43F}" dt="2024-10-03T09:31:57.073" v="51" actId="1076"/>
        <pc:sldMkLst>
          <pc:docMk/>
          <pc:sldMk cId="1449168305" sldId="259"/>
        </pc:sldMkLst>
        <pc:spChg chg="mod">
          <ac:chgData name="Andrea Negro" userId="84c06139-c2a1-416d-b358-e24520ea94a1" providerId="ADAL" clId="{ADF6A351-3A37-4A77-A06D-01626384A43F}" dt="2024-10-03T09:31:52.422" v="50" actId="1076"/>
          <ac:spMkLst>
            <pc:docMk/>
            <pc:sldMk cId="1449168305" sldId="259"/>
            <ac:spMk id="2" creationId="{46159ABE-A716-E4B6-D435-701607A1ABBE}"/>
          </ac:spMkLst>
        </pc:spChg>
        <pc:picChg chg="add mod">
          <ac:chgData name="Andrea Negro" userId="84c06139-c2a1-416d-b358-e24520ea94a1" providerId="ADAL" clId="{ADF6A351-3A37-4A77-A06D-01626384A43F}" dt="2024-10-03T09:31:57.073" v="51" actId="1076"/>
          <ac:picMkLst>
            <pc:docMk/>
            <pc:sldMk cId="1449168305" sldId="259"/>
            <ac:picMk id="4" creationId="{D57318EB-08A2-BD9A-09DE-82B7D5A09D10}"/>
          </ac:picMkLst>
        </pc:picChg>
      </pc:sldChg>
      <pc:sldChg chg="del">
        <pc:chgData name="Andrea Negro" userId="84c06139-c2a1-416d-b358-e24520ea94a1" providerId="ADAL" clId="{ADF6A351-3A37-4A77-A06D-01626384A43F}" dt="2024-10-03T09:32:12.913" v="52" actId="2696"/>
        <pc:sldMkLst>
          <pc:docMk/>
          <pc:sldMk cId="2816322275" sldId="260"/>
        </pc:sldMkLst>
      </pc:sldChg>
      <pc:sldChg chg="addSp delSp modSp mod">
        <pc:chgData name="Andrea Negro" userId="84c06139-c2a1-416d-b358-e24520ea94a1" providerId="ADAL" clId="{ADF6A351-3A37-4A77-A06D-01626384A43F}" dt="2024-10-03T09:33:32.216" v="69" actId="1076"/>
        <pc:sldMkLst>
          <pc:docMk/>
          <pc:sldMk cId="3021852934" sldId="261"/>
        </pc:sldMkLst>
        <pc:spChg chg="mod">
          <ac:chgData name="Andrea Negro" userId="84c06139-c2a1-416d-b358-e24520ea94a1" providerId="ADAL" clId="{ADF6A351-3A37-4A77-A06D-01626384A43F}" dt="2024-10-03T09:33:24.562" v="66" actId="26606"/>
          <ac:spMkLst>
            <pc:docMk/>
            <pc:sldMk cId="3021852934" sldId="261"/>
            <ac:spMk id="2" creationId="{585D18B0-949F-CE42-2DE1-62C98F852961}"/>
          </ac:spMkLst>
        </pc:spChg>
        <pc:spChg chg="add del mod">
          <ac:chgData name="Andrea Negro" userId="84c06139-c2a1-416d-b358-e24520ea94a1" providerId="ADAL" clId="{ADF6A351-3A37-4A77-A06D-01626384A43F}" dt="2024-10-03T09:32:32.738" v="57" actId="478"/>
          <ac:spMkLst>
            <pc:docMk/>
            <pc:sldMk cId="3021852934" sldId="261"/>
            <ac:spMk id="4" creationId="{6E99D28C-95C7-EE74-A6BA-30A3FA5A104D}"/>
          </ac:spMkLst>
        </pc:spChg>
        <pc:spChg chg="add del">
          <ac:chgData name="Andrea Negro" userId="84c06139-c2a1-416d-b358-e24520ea94a1" providerId="ADAL" clId="{ADF6A351-3A37-4A77-A06D-01626384A43F}" dt="2024-10-03T09:33:24.562" v="66" actId="26606"/>
          <ac:spMkLst>
            <pc:docMk/>
            <pc:sldMk cId="3021852934" sldId="261"/>
            <ac:spMk id="29" creationId="{0F584D22-CD28-4363-A679-ACA953A2A6F4}"/>
          </ac:spMkLst>
        </pc:spChg>
        <pc:spChg chg="add del">
          <ac:chgData name="Andrea Negro" userId="84c06139-c2a1-416d-b358-e24520ea94a1" providerId="ADAL" clId="{ADF6A351-3A37-4A77-A06D-01626384A43F}" dt="2024-10-03T09:33:24.562" v="66" actId="26606"/>
          <ac:spMkLst>
            <pc:docMk/>
            <pc:sldMk cId="3021852934" sldId="261"/>
            <ac:spMk id="30" creationId="{5B0E491B-5098-4794-9326-BC6DB475567C}"/>
          </ac:spMkLst>
        </pc:spChg>
        <pc:spChg chg="add del">
          <ac:chgData name="Andrea Negro" userId="84c06139-c2a1-416d-b358-e24520ea94a1" providerId="ADAL" clId="{ADF6A351-3A37-4A77-A06D-01626384A43F}" dt="2024-10-03T09:33:24.546" v="65" actId="26606"/>
          <ac:spMkLst>
            <pc:docMk/>
            <pc:sldMk cId="3021852934" sldId="261"/>
            <ac:spMk id="39" creationId="{D18969DA-E869-40AF-94FC-E40F96D7DFE7}"/>
          </ac:spMkLst>
        </pc:spChg>
        <pc:spChg chg="add del">
          <ac:chgData name="Andrea Negro" userId="84c06139-c2a1-416d-b358-e24520ea94a1" providerId="ADAL" clId="{ADF6A351-3A37-4A77-A06D-01626384A43F}" dt="2024-10-03T09:33:24.546" v="65" actId="26606"/>
          <ac:spMkLst>
            <pc:docMk/>
            <pc:sldMk cId="3021852934" sldId="261"/>
            <ac:spMk id="41" creationId="{0776B1EE-A7D1-46A3-81E9-19E58E41DDF5}"/>
          </ac:spMkLst>
        </pc:spChg>
        <pc:spChg chg="add del">
          <ac:chgData name="Andrea Negro" userId="84c06139-c2a1-416d-b358-e24520ea94a1" providerId="ADAL" clId="{ADF6A351-3A37-4A77-A06D-01626384A43F}" dt="2024-10-03T09:33:24.546" v="65" actId="26606"/>
          <ac:spMkLst>
            <pc:docMk/>
            <pc:sldMk cId="3021852934" sldId="261"/>
            <ac:spMk id="43" creationId="{A0A40C28-B748-4B4A-BF04-30E783CE7F34}"/>
          </ac:spMkLst>
        </pc:spChg>
        <pc:spChg chg="add">
          <ac:chgData name="Andrea Negro" userId="84c06139-c2a1-416d-b358-e24520ea94a1" providerId="ADAL" clId="{ADF6A351-3A37-4A77-A06D-01626384A43F}" dt="2024-10-03T09:33:24.562" v="66" actId="26606"/>
          <ac:spMkLst>
            <pc:docMk/>
            <pc:sldMk cId="3021852934" sldId="261"/>
            <ac:spMk id="47" creationId="{3C54F4CE-85F0-46ED-80DA-9518C9251AD1}"/>
          </ac:spMkLst>
        </pc:spChg>
        <pc:spChg chg="add">
          <ac:chgData name="Andrea Negro" userId="84c06139-c2a1-416d-b358-e24520ea94a1" providerId="ADAL" clId="{ADF6A351-3A37-4A77-A06D-01626384A43F}" dt="2024-10-03T09:33:24.562" v="66" actId="26606"/>
          <ac:spMkLst>
            <pc:docMk/>
            <pc:sldMk cId="3021852934" sldId="261"/>
            <ac:spMk id="48" creationId="{DADD1FCA-8ACB-4958-81DD-4CDD6D3E1921}"/>
          </ac:spMkLst>
        </pc:spChg>
        <pc:graphicFrameChg chg="del">
          <ac:chgData name="Andrea Negro" userId="84c06139-c2a1-416d-b358-e24520ea94a1" providerId="ADAL" clId="{ADF6A351-3A37-4A77-A06D-01626384A43F}" dt="2024-10-03T09:32:27.718" v="53" actId="478"/>
          <ac:graphicFrameMkLst>
            <pc:docMk/>
            <pc:sldMk cId="3021852934" sldId="261"/>
            <ac:graphicFrameMk id="9" creationId="{9247F5C6-AFA4-A807-10B4-12F88E913470}"/>
          </ac:graphicFrameMkLst>
        </pc:graphicFrameChg>
        <pc:picChg chg="add mod">
          <ac:chgData name="Andrea Negro" userId="84c06139-c2a1-416d-b358-e24520ea94a1" providerId="ADAL" clId="{ADF6A351-3A37-4A77-A06D-01626384A43F}" dt="2024-10-03T09:33:32.216" v="69" actId="1076"/>
          <ac:picMkLst>
            <pc:docMk/>
            <pc:sldMk cId="3021852934" sldId="261"/>
            <ac:picMk id="6" creationId="{C4863958-DA3D-5EF2-BFFB-A15CB0F0B5C2}"/>
          </ac:picMkLst>
        </pc:picChg>
        <pc:picChg chg="add del">
          <ac:chgData name="Andrea Negro" userId="84c06139-c2a1-416d-b358-e24520ea94a1" providerId="ADAL" clId="{ADF6A351-3A37-4A77-A06D-01626384A43F}" dt="2024-10-03T09:33:24.546" v="65" actId="26606"/>
          <ac:picMkLst>
            <pc:docMk/>
            <pc:sldMk cId="3021852934" sldId="261"/>
            <ac:picMk id="35" creationId="{DEB2E8C4-C3E7-4048-A43D-9859510CFA98}"/>
          </ac:picMkLst>
        </pc:picChg>
        <pc:picChg chg="add">
          <ac:chgData name="Andrea Negro" userId="84c06139-c2a1-416d-b358-e24520ea94a1" providerId="ADAL" clId="{ADF6A351-3A37-4A77-A06D-01626384A43F}" dt="2024-10-03T09:33:24.562" v="66" actId="26606"/>
          <ac:picMkLst>
            <pc:docMk/>
            <pc:sldMk cId="3021852934" sldId="261"/>
            <ac:picMk id="45" creationId="{DEB2E8C4-C3E7-4048-A43D-9859510CFA98}"/>
          </ac:picMkLst>
        </pc:picChg>
        <pc:inkChg chg="add del">
          <ac:chgData name="Andrea Negro" userId="84c06139-c2a1-416d-b358-e24520ea94a1" providerId="ADAL" clId="{ADF6A351-3A37-4A77-A06D-01626384A43F}" dt="2024-10-03T09:33:24.546" v="65" actId="26606"/>
          <ac:inkMkLst>
            <pc:docMk/>
            <pc:sldMk cId="3021852934" sldId="261"/>
            <ac:inkMk id="37" creationId="{24D29CCB-7956-4E3E-8880-304085F04BF4}"/>
          </ac:inkMkLst>
        </pc:inkChg>
        <pc:inkChg chg="add">
          <ac:chgData name="Andrea Negro" userId="84c06139-c2a1-416d-b358-e24520ea94a1" providerId="ADAL" clId="{ADF6A351-3A37-4A77-A06D-01626384A43F}" dt="2024-10-03T09:33:24.562" v="66" actId="26606"/>
          <ac:inkMkLst>
            <pc:docMk/>
            <pc:sldMk cId="3021852934" sldId="261"/>
            <ac:inkMk id="46" creationId="{24D29CCB-7956-4E3E-8880-304085F04BF4}"/>
          </ac:inkMkLst>
        </pc:inkChg>
      </pc:sldChg>
      <pc:sldChg chg="addSp delSp modSp new mod">
        <pc:chgData name="Andrea Negro" userId="84c06139-c2a1-416d-b358-e24520ea94a1" providerId="ADAL" clId="{ADF6A351-3A37-4A77-A06D-01626384A43F}" dt="2024-10-03T09:27:28.647" v="47" actId="1076"/>
        <pc:sldMkLst>
          <pc:docMk/>
          <pc:sldMk cId="1703483516" sldId="262"/>
        </pc:sldMkLst>
        <pc:spChg chg="mod">
          <ac:chgData name="Andrea Negro" userId="84c06139-c2a1-416d-b358-e24520ea94a1" providerId="ADAL" clId="{ADF6A351-3A37-4A77-A06D-01626384A43F}" dt="2024-10-03T09:27:18.515" v="43" actId="1076"/>
          <ac:spMkLst>
            <pc:docMk/>
            <pc:sldMk cId="1703483516" sldId="262"/>
            <ac:spMk id="2" creationId="{AAD88B00-7F75-63ED-7450-0D3DF419DDE6}"/>
          </ac:spMkLst>
        </pc:spChg>
        <pc:spChg chg="del">
          <ac:chgData name="Andrea Negro" userId="84c06139-c2a1-416d-b358-e24520ea94a1" providerId="ADAL" clId="{ADF6A351-3A37-4A77-A06D-01626384A43F}" dt="2024-10-03T09:23:09.189" v="35" actId="478"/>
          <ac:spMkLst>
            <pc:docMk/>
            <pc:sldMk cId="1703483516" sldId="262"/>
            <ac:spMk id="3" creationId="{16BA2C5C-4A46-00FE-34FD-B66C23F399B5}"/>
          </ac:spMkLst>
        </pc:spChg>
        <pc:picChg chg="add mod">
          <ac:chgData name="Andrea Negro" userId="84c06139-c2a1-416d-b358-e24520ea94a1" providerId="ADAL" clId="{ADF6A351-3A37-4A77-A06D-01626384A43F}" dt="2024-10-03T09:26:47.342" v="38" actId="1076"/>
          <ac:picMkLst>
            <pc:docMk/>
            <pc:sldMk cId="1703483516" sldId="262"/>
            <ac:picMk id="5" creationId="{109AF6FB-0CB9-5E89-C579-817DE0D66FD7}"/>
          </ac:picMkLst>
        </pc:picChg>
        <pc:picChg chg="add mod modCrop">
          <ac:chgData name="Andrea Negro" userId="84c06139-c2a1-416d-b358-e24520ea94a1" providerId="ADAL" clId="{ADF6A351-3A37-4A77-A06D-01626384A43F}" dt="2024-10-03T09:27:28.647" v="47" actId="1076"/>
          <ac:picMkLst>
            <pc:docMk/>
            <pc:sldMk cId="1703483516" sldId="262"/>
            <ac:picMk id="7" creationId="{E5F8020B-3757-B88D-6985-FCF9D7B74AE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9:33:35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7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0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676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74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4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7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273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September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6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September 17, 2025</a:t>
            </a:fld>
            <a:endParaRPr lang="en-US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862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11" r:id="rId7"/>
    <p:sldLayoutId id="2147483707" r:id="rId8"/>
    <p:sldLayoutId id="2147483708" r:id="rId9"/>
    <p:sldLayoutId id="2147483709" r:id="rId10"/>
    <p:sldLayoutId id="214748371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image contenant ciel, nuage, bleu, capture d’écran&#10;&#10;Description générée automatiquement">
            <a:extLst>
              <a:ext uri="{FF2B5EF4-FFF2-40B4-BE49-F238E27FC236}">
                <a16:creationId xmlns:a16="http://schemas.microsoft.com/office/drawing/2014/main" id="{3314950A-DAEF-261D-C049-903F3EEE0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752D771-2D72-4B2C-B816-121D10C38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232" y="727064"/>
            <a:ext cx="3898347" cy="4256103"/>
          </a:xfrm>
          <a:custGeom>
            <a:avLst/>
            <a:gdLst>
              <a:gd name="connsiteX0" fmla="*/ 3898347 w 3898347"/>
              <a:gd name="connsiteY0" fmla="*/ 0 h 4299085"/>
              <a:gd name="connsiteX1" fmla="*/ 3898347 w 3898347"/>
              <a:gd name="connsiteY1" fmla="*/ 3834445 h 4299085"/>
              <a:gd name="connsiteX2" fmla="*/ 3892314 w 3898347"/>
              <a:gd name="connsiteY2" fmla="*/ 3832951 h 4299085"/>
              <a:gd name="connsiteX3" fmla="*/ 3851953 w 3898347"/>
              <a:gd name="connsiteY3" fmla="*/ 3802983 h 4299085"/>
              <a:gd name="connsiteX4" fmla="*/ 3836418 w 3898347"/>
              <a:gd name="connsiteY4" fmla="*/ 3811513 h 4299085"/>
              <a:gd name="connsiteX5" fmla="*/ 3833758 w 3898347"/>
              <a:gd name="connsiteY5" fmla="*/ 3813341 h 4299085"/>
              <a:gd name="connsiteX6" fmla="*/ 3822673 w 3898347"/>
              <a:gd name="connsiteY6" fmla="*/ 3812913 h 4299085"/>
              <a:gd name="connsiteX7" fmla="*/ 3820104 w 3898347"/>
              <a:gd name="connsiteY7" fmla="*/ 3822466 h 4299085"/>
              <a:gd name="connsiteX8" fmla="*/ 3803816 w 3898347"/>
              <a:gd name="connsiteY8" fmla="*/ 3828757 h 4299085"/>
              <a:gd name="connsiteX9" fmla="*/ 3783259 w 3898347"/>
              <a:gd name="connsiteY9" fmla="*/ 3825276 h 4299085"/>
              <a:gd name="connsiteX10" fmla="*/ 3729936 w 3898347"/>
              <a:gd name="connsiteY10" fmla="*/ 3815386 h 4299085"/>
              <a:gd name="connsiteX11" fmla="*/ 3726018 w 3898347"/>
              <a:gd name="connsiteY11" fmla="*/ 3815100 h 4299085"/>
              <a:gd name="connsiteX12" fmla="*/ 3725413 w 3898347"/>
              <a:gd name="connsiteY12" fmla="*/ 3814615 h 4299085"/>
              <a:gd name="connsiteX13" fmla="*/ 3713801 w 3898347"/>
              <a:gd name="connsiteY13" fmla="*/ 3811018 h 4299085"/>
              <a:gd name="connsiteX14" fmla="*/ 3709087 w 3898347"/>
              <a:gd name="connsiteY14" fmla="*/ 3813195 h 4299085"/>
              <a:gd name="connsiteX15" fmla="*/ 3698038 w 3898347"/>
              <a:gd name="connsiteY15" fmla="*/ 3806182 h 4299085"/>
              <a:gd name="connsiteX16" fmla="*/ 3662227 w 3898347"/>
              <a:gd name="connsiteY16" fmla="*/ 3807761 h 4299085"/>
              <a:gd name="connsiteX17" fmla="*/ 3659872 w 3898347"/>
              <a:gd name="connsiteY17" fmla="*/ 3805524 h 4299085"/>
              <a:gd name="connsiteX18" fmla="*/ 3643454 w 3898347"/>
              <a:gd name="connsiteY18" fmla="*/ 3794831 h 4299085"/>
              <a:gd name="connsiteX19" fmla="*/ 3624789 w 3898347"/>
              <a:gd name="connsiteY19" fmla="*/ 3803185 h 4299085"/>
              <a:gd name="connsiteX20" fmla="*/ 3602327 w 3898347"/>
              <a:gd name="connsiteY20" fmla="*/ 3794616 h 4299085"/>
              <a:gd name="connsiteX21" fmla="*/ 3596645 w 3898347"/>
              <a:gd name="connsiteY21" fmla="*/ 3797108 h 4299085"/>
              <a:gd name="connsiteX22" fmla="*/ 3574144 w 3898347"/>
              <a:gd name="connsiteY22" fmla="*/ 3795108 h 4299085"/>
              <a:gd name="connsiteX23" fmla="*/ 3562310 w 3898347"/>
              <a:gd name="connsiteY23" fmla="*/ 3787534 h 4299085"/>
              <a:gd name="connsiteX24" fmla="*/ 3551635 w 3898347"/>
              <a:gd name="connsiteY24" fmla="*/ 3797705 h 4299085"/>
              <a:gd name="connsiteX25" fmla="*/ 3550175 w 3898347"/>
              <a:gd name="connsiteY25" fmla="*/ 3803199 h 4299085"/>
              <a:gd name="connsiteX26" fmla="*/ 3542668 w 3898347"/>
              <a:gd name="connsiteY26" fmla="*/ 3803283 h 4299085"/>
              <a:gd name="connsiteX27" fmla="*/ 3533033 w 3898347"/>
              <a:gd name="connsiteY27" fmla="*/ 3799071 h 4299085"/>
              <a:gd name="connsiteX28" fmla="*/ 3521726 w 3898347"/>
              <a:gd name="connsiteY28" fmla="*/ 3804691 h 4299085"/>
              <a:gd name="connsiteX29" fmla="*/ 3520080 w 3898347"/>
              <a:gd name="connsiteY29" fmla="*/ 3805210 h 4299085"/>
              <a:gd name="connsiteX30" fmla="*/ 3508491 w 3898347"/>
              <a:gd name="connsiteY30" fmla="*/ 3797398 h 4299085"/>
              <a:gd name="connsiteX31" fmla="*/ 3503787 w 3898347"/>
              <a:gd name="connsiteY31" fmla="*/ 3797787 h 4299085"/>
              <a:gd name="connsiteX32" fmla="*/ 3492165 w 3898347"/>
              <a:gd name="connsiteY32" fmla="*/ 3799887 h 4299085"/>
              <a:gd name="connsiteX33" fmla="*/ 3472233 w 3898347"/>
              <a:gd name="connsiteY33" fmla="*/ 3805682 h 4299085"/>
              <a:gd name="connsiteX34" fmla="*/ 3465921 w 3898347"/>
              <a:gd name="connsiteY34" fmla="*/ 3805814 h 4299085"/>
              <a:gd name="connsiteX35" fmla="*/ 3455541 w 3898347"/>
              <a:gd name="connsiteY35" fmla="*/ 3815505 h 4299085"/>
              <a:gd name="connsiteX36" fmla="*/ 3429027 w 3898347"/>
              <a:gd name="connsiteY36" fmla="*/ 3816906 h 4299085"/>
              <a:gd name="connsiteX37" fmla="*/ 3369507 w 3898347"/>
              <a:gd name="connsiteY37" fmla="*/ 3825563 h 4299085"/>
              <a:gd name="connsiteX38" fmla="*/ 3324491 w 3898347"/>
              <a:gd name="connsiteY38" fmla="*/ 3832006 h 4299085"/>
              <a:gd name="connsiteX39" fmla="*/ 3244235 w 3898347"/>
              <a:gd name="connsiteY39" fmla="*/ 3834376 h 4299085"/>
              <a:gd name="connsiteX40" fmla="*/ 3226507 w 3898347"/>
              <a:gd name="connsiteY40" fmla="*/ 3820131 h 4299085"/>
              <a:gd name="connsiteX41" fmla="*/ 3191688 w 3898347"/>
              <a:gd name="connsiteY41" fmla="*/ 3837359 h 4299085"/>
              <a:gd name="connsiteX42" fmla="*/ 3185553 w 3898347"/>
              <a:gd name="connsiteY42" fmla="*/ 3859030 h 4299085"/>
              <a:gd name="connsiteX43" fmla="*/ 3137926 w 3898347"/>
              <a:gd name="connsiteY43" fmla="*/ 3867782 h 4299085"/>
              <a:gd name="connsiteX44" fmla="*/ 3090188 w 3898347"/>
              <a:gd name="connsiteY44" fmla="*/ 3855036 h 4299085"/>
              <a:gd name="connsiteX45" fmla="*/ 3031422 w 3898347"/>
              <a:gd name="connsiteY45" fmla="*/ 3858298 h 4299085"/>
              <a:gd name="connsiteX46" fmla="*/ 2996288 w 3898347"/>
              <a:gd name="connsiteY46" fmla="*/ 3860020 h 4299085"/>
              <a:gd name="connsiteX47" fmla="*/ 2901661 w 3898347"/>
              <a:gd name="connsiteY47" fmla="*/ 3882243 h 4299085"/>
              <a:gd name="connsiteX48" fmla="*/ 2782141 w 3898347"/>
              <a:gd name="connsiteY48" fmla="*/ 3932983 h 4299085"/>
              <a:gd name="connsiteX49" fmla="*/ 2749597 w 3898347"/>
              <a:gd name="connsiteY49" fmla="*/ 3956746 h 4299085"/>
              <a:gd name="connsiteX50" fmla="*/ 2730493 w 3898347"/>
              <a:gd name="connsiteY50" fmla="*/ 3955236 h 4299085"/>
              <a:gd name="connsiteX51" fmla="*/ 2707507 w 3898347"/>
              <a:gd name="connsiteY51" fmla="*/ 3947771 h 4299085"/>
              <a:gd name="connsiteX52" fmla="*/ 2701937 w 3898347"/>
              <a:gd name="connsiteY52" fmla="*/ 3950565 h 4299085"/>
              <a:gd name="connsiteX53" fmla="*/ 2679435 w 3898347"/>
              <a:gd name="connsiteY53" fmla="*/ 3949768 h 4299085"/>
              <a:gd name="connsiteX54" fmla="*/ 2667352 w 3898347"/>
              <a:gd name="connsiteY54" fmla="*/ 3942821 h 4299085"/>
              <a:gd name="connsiteX55" fmla="*/ 2657096 w 3898347"/>
              <a:gd name="connsiteY55" fmla="*/ 3953571 h 4299085"/>
              <a:gd name="connsiteX56" fmla="*/ 2655161 w 3898347"/>
              <a:gd name="connsiteY56" fmla="*/ 3962216 h 4299085"/>
              <a:gd name="connsiteX57" fmla="*/ 2638604 w 3898347"/>
              <a:gd name="connsiteY57" fmla="*/ 3955936 h 4299085"/>
              <a:gd name="connsiteX58" fmla="*/ 2626185 w 3898347"/>
              <a:gd name="connsiteY58" fmla="*/ 3962937 h 4299085"/>
              <a:gd name="connsiteX59" fmla="*/ 2614077 w 3898347"/>
              <a:gd name="connsiteY59" fmla="*/ 3955576 h 4299085"/>
              <a:gd name="connsiteX60" fmla="*/ 2609403 w 3898347"/>
              <a:gd name="connsiteY60" fmla="*/ 3956215 h 4299085"/>
              <a:gd name="connsiteX61" fmla="*/ 2597896 w 3898347"/>
              <a:gd name="connsiteY61" fmla="*/ 3958939 h 4299085"/>
              <a:gd name="connsiteX62" fmla="*/ 2578251 w 3898347"/>
              <a:gd name="connsiteY62" fmla="*/ 3965812 h 4299085"/>
              <a:gd name="connsiteX63" fmla="*/ 2571961 w 3898347"/>
              <a:gd name="connsiteY63" fmla="*/ 3966278 h 4299085"/>
              <a:gd name="connsiteX64" fmla="*/ 2559399 w 3898347"/>
              <a:gd name="connsiteY64" fmla="*/ 3979193 h 4299085"/>
              <a:gd name="connsiteX65" fmla="*/ 2533560 w 3898347"/>
              <a:gd name="connsiteY65" fmla="*/ 3988160 h 4299085"/>
              <a:gd name="connsiteX66" fmla="*/ 2515299 w 3898347"/>
              <a:gd name="connsiteY66" fmla="*/ 4016867 h 4299085"/>
              <a:gd name="connsiteX67" fmla="*/ 2513423 w 3898347"/>
              <a:gd name="connsiteY67" fmla="*/ 4018759 h 4299085"/>
              <a:gd name="connsiteX68" fmla="*/ 2482991 w 3898347"/>
              <a:gd name="connsiteY68" fmla="*/ 4012935 h 4299085"/>
              <a:gd name="connsiteX69" fmla="*/ 2446940 w 3898347"/>
              <a:gd name="connsiteY69" fmla="*/ 4021172 h 4299085"/>
              <a:gd name="connsiteX70" fmla="*/ 2404883 w 3898347"/>
              <a:gd name="connsiteY70" fmla="*/ 4024808 h 4299085"/>
              <a:gd name="connsiteX71" fmla="*/ 2373894 w 3898347"/>
              <a:gd name="connsiteY71" fmla="*/ 4023827 h 4299085"/>
              <a:gd name="connsiteX72" fmla="*/ 2297080 w 3898347"/>
              <a:gd name="connsiteY72" fmla="*/ 4040841 h 4299085"/>
              <a:gd name="connsiteX73" fmla="*/ 2170615 w 3898347"/>
              <a:gd name="connsiteY73" fmla="*/ 4077196 h 4299085"/>
              <a:gd name="connsiteX74" fmla="*/ 2143580 w 3898347"/>
              <a:gd name="connsiteY74" fmla="*/ 4083102 h 4299085"/>
              <a:gd name="connsiteX75" fmla="*/ 2119893 w 3898347"/>
              <a:gd name="connsiteY75" fmla="*/ 4080874 h 4299085"/>
              <a:gd name="connsiteX76" fmla="*/ 2114008 w 3898347"/>
              <a:gd name="connsiteY76" fmla="*/ 4073996 h 4299085"/>
              <a:gd name="connsiteX77" fmla="*/ 2099067 w 3898347"/>
              <a:gd name="connsiteY77" fmla="*/ 4076068 h 4299085"/>
              <a:gd name="connsiteX78" fmla="*/ 2095000 w 3898347"/>
              <a:gd name="connsiteY78" fmla="*/ 4075096 h 4299085"/>
              <a:gd name="connsiteX79" fmla="*/ 2071767 w 3898347"/>
              <a:gd name="connsiteY79" fmla="*/ 4071044 h 4299085"/>
              <a:gd name="connsiteX80" fmla="*/ 2024486 w 3898347"/>
              <a:gd name="connsiteY80" fmla="*/ 4100276 h 4299085"/>
              <a:gd name="connsiteX81" fmla="*/ 1964411 w 3898347"/>
              <a:gd name="connsiteY81" fmla="*/ 4105069 h 4299085"/>
              <a:gd name="connsiteX82" fmla="*/ 1739945 w 3898347"/>
              <a:gd name="connsiteY82" fmla="*/ 4171795 h 4299085"/>
              <a:gd name="connsiteX83" fmla="*/ 1610556 w 3898347"/>
              <a:gd name="connsiteY83" fmla="*/ 4167701 h 4299085"/>
              <a:gd name="connsiteX84" fmla="*/ 1553623 w 3898347"/>
              <a:gd name="connsiteY84" fmla="*/ 4236045 h 4299085"/>
              <a:gd name="connsiteX85" fmla="*/ 1548640 w 3898347"/>
              <a:gd name="connsiteY85" fmla="*/ 4238297 h 4299085"/>
              <a:gd name="connsiteX86" fmla="*/ 1530136 w 3898347"/>
              <a:gd name="connsiteY86" fmla="*/ 4227121 h 4299085"/>
              <a:gd name="connsiteX87" fmla="*/ 1508787 w 3898347"/>
              <a:gd name="connsiteY87" fmla="*/ 4234213 h 4299085"/>
              <a:gd name="connsiteX88" fmla="*/ 1488914 w 3898347"/>
              <a:gd name="connsiteY88" fmla="*/ 4241772 h 4299085"/>
              <a:gd name="connsiteX89" fmla="*/ 1488999 w 3898347"/>
              <a:gd name="connsiteY89" fmla="*/ 4251186 h 4299085"/>
              <a:gd name="connsiteX90" fmla="*/ 1475364 w 3898347"/>
              <a:gd name="connsiteY90" fmla="*/ 4248364 h 4299085"/>
              <a:gd name="connsiteX91" fmla="*/ 1457275 w 3898347"/>
              <a:gd name="connsiteY91" fmla="*/ 4252863 h 4299085"/>
              <a:gd name="connsiteX92" fmla="*/ 1448085 w 3898347"/>
              <a:gd name="connsiteY92" fmla="*/ 4248391 h 4299085"/>
              <a:gd name="connsiteX93" fmla="*/ 1315306 w 3898347"/>
              <a:gd name="connsiteY93" fmla="*/ 4237004 h 4299085"/>
              <a:gd name="connsiteX94" fmla="*/ 1272434 w 3898347"/>
              <a:gd name="connsiteY94" fmla="*/ 4244958 h 4299085"/>
              <a:gd name="connsiteX95" fmla="*/ 1231567 w 3898347"/>
              <a:gd name="connsiteY95" fmla="*/ 4219356 h 4299085"/>
              <a:gd name="connsiteX96" fmla="*/ 1216643 w 3898347"/>
              <a:gd name="connsiteY96" fmla="*/ 4229828 h 4299085"/>
              <a:gd name="connsiteX97" fmla="*/ 1214101 w 3898347"/>
              <a:gd name="connsiteY97" fmla="*/ 4231991 h 4299085"/>
              <a:gd name="connsiteX98" fmla="*/ 1203193 w 3898347"/>
              <a:gd name="connsiteY98" fmla="*/ 4232867 h 4299085"/>
              <a:gd name="connsiteX99" fmla="*/ 1201049 w 3898347"/>
              <a:gd name="connsiteY99" fmla="*/ 4242842 h 4299085"/>
              <a:gd name="connsiteX100" fmla="*/ 1185298 w 3898347"/>
              <a:gd name="connsiteY100" fmla="*/ 4251133 h 4299085"/>
              <a:gd name="connsiteX101" fmla="*/ 1164955 w 3898347"/>
              <a:gd name="connsiteY101" fmla="*/ 4250027 h 4299085"/>
              <a:gd name="connsiteX102" fmla="*/ 1067357 w 3898347"/>
              <a:gd name="connsiteY102" fmla="*/ 4233908 h 4299085"/>
              <a:gd name="connsiteX103" fmla="*/ 1009492 w 3898347"/>
              <a:gd name="connsiteY103" fmla="*/ 4230455 h 4299085"/>
              <a:gd name="connsiteX104" fmla="*/ 988345 w 3898347"/>
              <a:gd name="connsiteY104" fmla="*/ 4238880 h 4299085"/>
              <a:gd name="connsiteX105" fmla="*/ 958251 w 3898347"/>
              <a:gd name="connsiteY105" fmla="*/ 4244100 h 4299085"/>
              <a:gd name="connsiteX106" fmla="*/ 905785 w 3898347"/>
              <a:gd name="connsiteY106" fmla="*/ 4260845 h 4299085"/>
              <a:gd name="connsiteX107" fmla="*/ 834176 w 3898347"/>
              <a:gd name="connsiteY107" fmla="*/ 4270241 h 4299085"/>
              <a:gd name="connsiteX108" fmla="*/ 778474 w 3898347"/>
              <a:gd name="connsiteY108" fmla="*/ 4235526 h 4299085"/>
              <a:gd name="connsiteX109" fmla="*/ 774418 w 3898347"/>
              <a:gd name="connsiteY109" fmla="*/ 4242583 h 4299085"/>
              <a:gd name="connsiteX110" fmla="*/ 737705 w 3898347"/>
              <a:gd name="connsiteY110" fmla="*/ 4238891 h 4299085"/>
              <a:gd name="connsiteX111" fmla="*/ 605027 w 3898347"/>
              <a:gd name="connsiteY111" fmla="*/ 4175863 h 4299085"/>
              <a:gd name="connsiteX112" fmla="*/ 533391 w 3898347"/>
              <a:gd name="connsiteY112" fmla="*/ 4170035 h 4299085"/>
              <a:gd name="connsiteX113" fmla="*/ 508621 w 3898347"/>
              <a:gd name="connsiteY113" fmla="*/ 4176044 h 4299085"/>
              <a:gd name="connsiteX114" fmla="*/ 467082 w 3898347"/>
              <a:gd name="connsiteY114" fmla="*/ 4185616 h 4299085"/>
              <a:gd name="connsiteX115" fmla="*/ 437646 w 3898347"/>
              <a:gd name="connsiteY115" fmla="*/ 4212658 h 4299085"/>
              <a:gd name="connsiteX116" fmla="*/ 402271 w 3898347"/>
              <a:gd name="connsiteY116" fmla="*/ 4212774 h 4299085"/>
              <a:gd name="connsiteX117" fmla="*/ 391968 w 3898347"/>
              <a:gd name="connsiteY117" fmla="*/ 4187073 h 4299085"/>
              <a:gd name="connsiteX118" fmla="*/ 354806 w 3898347"/>
              <a:gd name="connsiteY118" fmla="*/ 4195545 h 4299085"/>
              <a:gd name="connsiteX119" fmla="*/ 298662 w 3898347"/>
              <a:gd name="connsiteY119" fmla="*/ 4211227 h 4299085"/>
              <a:gd name="connsiteX120" fmla="*/ 265740 w 3898347"/>
              <a:gd name="connsiteY120" fmla="*/ 4213623 h 4299085"/>
              <a:gd name="connsiteX121" fmla="*/ 176403 w 3898347"/>
              <a:gd name="connsiteY121" fmla="*/ 4227393 h 4299085"/>
              <a:gd name="connsiteX122" fmla="*/ 87367 w 3898347"/>
              <a:gd name="connsiteY122" fmla="*/ 4246680 h 4299085"/>
              <a:gd name="connsiteX123" fmla="*/ 37148 w 3898347"/>
              <a:gd name="connsiteY123" fmla="*/ 4289154 h 4299085"/>
              <a:gd name="connsiteX124" fmla="*/ 5850 w 3898347"/>
              <a:gd name="connsiteY124" fmla="*/ 4296945 h 4299085"/>
              <a:gd name="connsiteX125" fmla="*/ 0 w 3898347"/>
              <a:gd name="connsiteY125" fmla="*/ 4299085 h 4299085"/>
              <a:gd name="connsiteX126" fmla="*/ 0 w 3898347"/>
              <a:gd name="connsiteY126" fmla="*/ 15850 h 4299085"/>
              <a:gd name="connsiteX0" fmla="*/ 3898347 w 3898347"/>
              <a:gd name="connsiteY0" fmla="*/ 0 h 4299085"/>
              <a:gd name="connsiteX1" fmla="*/ 3898347 w 3898347"/>
              <a:gd name="connsiteY1" fmla="*/ 3834445 h 4299085"/>
              <a:gd name="connsiteX2" fmla="*/ 3892314 w 3898347"/>
              <a:gd name="connsiteY2" fmla="*/ 3832951 h 4299085"/>
              <a:gd name="connsiteX3" fmla="*/ 3851953 w 3898347"/>
              <a:gd name="connsiteY3" fmla="*/ 3802983 h 4299085"/>
              <a:gd name="connsiteX4" fmla="*/ 3836418 w 3898347"/>
              <a:gd name="connsiteY4" fmla="*/ 3811513 h 4299085"/>
              <a:gd name="connsiteX5" fmla="*/ 3833758 w 3898347"/>
              <a:gd name="connsiteY5" fmla="*/ 3813341 h 4299085"/>
              <a:gd name="connsiteX6" fmla="*/ 3822673 w 3898347"/>
              <a:gd name="connsiteY6" fmla="*/ 3812913 h 4299085"/>
              <a:gd name="connsiteX7" fmla="*/ 3820104 w 3898347"/>
              <a:gd name="connsiteY7" fmla="*/ 3822466 h 4299085"/>
              <a:gd name="connsiteX8" fmla="*/ 3803816 w 3898347"/>
              <a:gd name="connsiteY8" fmla="*/ 3828757 h 4299085"/>
              <a:gd name="connsiteX9" fmla="*/ 3783259 w 3898347"/>
              <a:gd name="connsiteY9" fmla="*/ 3825276 h 4299085"/>
              <a:gd name="connsiteX10" fmla="*/ 3729936 w 3898347"/>
              <a:gd name="connsiteY10" fmla="*/ 3815386 h 4299085"/>
              <a:gd name="connsiteX11" fmla="*/ 3726018 w 3898347"/>
              <a:gd name="connsiteY11" fmla="*/ 3815100 h 4299085"/>
              <a:gd name="connsiteX12" fmla="*/ 3725413 w 3898347"/>
              <a:gd name="connsiteY12" fmla="*/ 3814615 h 4299085"/>
              <a:gd name="connsiteX13" fmla="*/ 3713801 w 3898347"/>
              <a:gd name="connsiteY13" fmla="*/ 3811018 h 4299085"/>
              <a:gd name="connsiteX14" fmla="*/ 3709087 w 3898347"/>
              <a:gd name="connsiteY14" fmla="*/ 3813195 h 4299085"/>
              <a:gd name="connsiteX15" fmla="*/ 3698038 w 3898347"/>
              <a:gd name="connsiteY15" fmla="*/ 3806182 h 4299085"/>
              <a:gd name="connsiteX16" fmla="*/ 3662227 w 3898347"/>
              <a:gd name="connsiteY16" fmla="*/ 3807761 h 4299085"/>
              <a:gd name="connsiteX17" fmla="*/ 3659872 w 3898347"/>
              <a:gd name="connsiteY17" fmla="*/ 3805524 h 4299085"/>
              <a:gd name="connsiteX18" fmla="*/ 3643454 w 3898347"/>
              <a:gd name="connsiteY18" fmla="*/ 3794831 h 4299085"/>
              <a:gd name="connsiteX19" fmla="*/ 3624789 w 3898347"/>
              <a:gd name="connsiteY19" fmla="*/ 3803185 h 4299085"/>
              <a:gd name="connsiteX20" fmla="*/ 3602327 w 3898347"/>
              <a:gd name="connsiteY20" fmla="*/ 3794616 h 4299085"/>
              <a:gd name="connsiteX21" fmla="*/ 3596645 w 3898347"/>
              <a:gd name="connsiteY21" fmla="*/ 3797108 h 4299085"/>
              <a:gd name="connsiteX22" fmla="*/ 3574144 w 3898347"/>
              <a:gd name="connsiteY22" fmla="*/ 3795108 h 4299085"/>
              <a:gd name="connsiteX23" fmla="*/ 3562310 w 3898347"/>
              <a:gd name="connsiteY23" fmla="*/ 3787534 h 4299085"/>
              <a:gd name="connsiteX24" fmla="*/ 3551635 w 3898347"/>
              <a:gd name="connsiteY24" fmla="*/ 3797705 h 4299085"/>
              <a:gd name="connsiteX25" fmla="*/ 3550175 w 3898347"/>
              <a:gd name="connsiteY25" fmla="*/ 3803199 h 4299085"/>
              <a:gd name="connsiteX26" fmla="*/ 3542668 w 3898347"/>
              <a:gd name="connsiteY26" fmla="*/ 3803283 h 4299085"/>
              <a:gd name="connsiteX27" fmla="*/ 3533033 w 3898347"/>
              <a:gd name="connsiteY27" fmla="*/ 3799071 h 4299085"/>
              <a:gd name="connsiteX28" fmla="*/ 3521726 w 3898347"/>
              <a:gd name="connsiteY28" fmla="*/ 3804691 h 4299085"/>
              <a:gd name="connsiteX29" fmla="*/ 3520080 w 3898347"/>
              <a:gd name="connsiteY29" fmla="*/ 3805210 h 4299085"/>
              <a:gd name="connsiteX30" fmla="*/ 3508491 w 3898347"/>
              <a:gd name="connsiteY30" fmla="*/ 3797398 h 4299085"/>
              <a:gd name="connsiteX31" fmla="*/ 3503787 w 3898347"/>
              <a:gd name="connsiteY31" fmla="*/ 3797787 h 4299085"/>
              <a:gd name="connsiteX32" fmla="*/ 3492165 w 3898347"/>
              <a:gd name="connsiteY32" fmla="*/ 3799887 h 4299085"/>
              <a:gd name="connsiteX33" fmla="*/ 3472233 w 3898347"/>
              <a:gd name="connsiteY33" fmla="*/ 3805682 h 4299085"/>
              <a:gd name="connsiteX34" fmla="*/ 3465921 w 3898347"/>
              <a:gd name="connsiteY34" fmla="*/ 3805814 h 4299085"/>
              <a:gd name="connsiteX35" fmla="*/ 3455541 w 3898347"/>
              <a:gd name="connsiteY35" fmla="*/ 3815505 h 4299085"/>
              <a:gd name="connsiteX36" fmla="*/ 3429027 w 3898347"/>
              <a:gd name="connsiteY36" fmla="*/ 3816906 h 4299085"/>
              <a:gd name="connsiteX37" fmla="*/ 3369507 w 3898347"/>
              <a:gd name="connsiteY37" fmla="*/ 3825563 h 4299085"/>
              <a:gd name="connsiteX38" fmla="*/ 3324491 w 3898347"/>
              <a:gd name="connsiteY38" fmla="*/ 3832006 h 4299085"/>
              <a:gd name="connsiteX39" fmla="*/ 3244235 w 3898347"/>
              <a:gd name="connsiteY39" fmla="*/ 3834376 h 4299085"/>
              <a:gd name="connsiteX40" fmla="*/ 3226507 w 3898347"/>
              <a:gd name="connsiteY40" fmla="*/ 3820131 h 4299085"/>
              <a:gd name="connsiteX41" fmla="*/ 3191688 w 3898347"/>
              <a:gd name="connsiteY41" fmla="*/ 3837359 h 4299085"/>
              <a:gd name="connsiteX42" fmla="*/ 3185553 w 3898347"/>
              <a:gd name="connsiteY42" fmla="*/ 3859030 h 4299085"/>
              <a:gd name="connsiteX43" fmla="*/ 3137926 w 3898347"/>
              <a:gd name="connsiteY43" fmla="*/ 3867782 h 4299085"/>
              <a:gd name="connsiteX44" fmla="*/ 3090188 w 3898347"/>
              <a:gd name="connsiteY44" fmla="*/ 3855036 h 4299085"/>
              <a:gd name="connsiteX45" fmla="*/ 3031422 w 3898347"/>
              <a:gd name="connsiteY45" fmla="*/ 3858298 h 4299085"/>
              <a:gd name="connsiteX46" fmla="*/ 2996288 w 3898347"/>
              <a:gd name="connsiteY46" fmla="*/ 3860020 h 4299085"/>
              <a:gd name="connsiteX47" fmla="*/ 2901661 w 3898347"/>
              <a:gd name="connsiteY47" fmla="*/ 3882243 h 4299085"/>
              <a:gd name="connsiteX48" fmla="*/ 2782141 w 3898347"/>
              <a:gd name="connsiteY48" fmla="*/ 3932983 h 4299085"/>
              <a:gd name="connsiteX49" fmla="*/ 2749597 w 3898347"/>
              <a:gd name="connsiteY49" fmla="*/ 3956746 h 4299085"/>
              <a:gd name="connsiteX50" fmla="*/ 2730493 w 3898347"/>
              <a:gd name="connsiteY50" fmla="*/ 3955236 h 4299085"/>
              <a:gd name="connsiteX51" fmla="*/ 2707507 w 3898347"/>
              <a:gd name="connsiteY51" fmla="*/ 3947771 h 4299085"/>
              <a:gd name="connsiteX52" fmla="*/ 2701937 w 3898347"/>
              <a:gd name="connsiteY52" fmla="*/ 3950565 h 4299085"/>
              <a:gd name="connsiteX53" fmla="*/ 2679435 w 3898347"/>
              <a:gd name="connsiteY53" fmla="*/ 3949768 h 4299085"/>
              <a:gd name="connsiteX54" fmla="*/ 2667352 w 3898347"/>
              <a:gd name="connsiteY54" fmla="*/ 3942821 h 4299085"/>
              <a:gd name="connsiteX55" fmla="*/ 2657096 w 3898347"/>
              <a:gd name="connsiteY55" fmla="*/ 3953571 h 4299085"/>
              <a:gd name="connsiteX56" fmla="*/ 2655161 w 3898347"/>
              <a:gd name="connsiteY56" fmla="*/ 3962216 h 4299085"/>
              <a:gd name="connsiteX57" fmla="*/ 2638604 w 3898347"/>
              <a:gd name="connsiteY57" fmla="*/ 3955936 h 4299085"/>
              <a:gd name="connsiteX58" fmla="*/ 2626185 w 3898347"/>
              <a:gd name="connsiteY58" fmla="*/ 3962937 h 4299085"/>
              <a:gd name="connsiteX59" fmla="*/ 2614077 w 3898347"/>
              <a:gd name="connsiteY59" fmla="*/ 3955576 h 4299085"/>
              <a:gd name="connsiteX60" fmla="*/ 2609403 w 3898347"/>
              <a:gd name="connsiteY60" fmla="*/ 3956215 h 4299085"/>
              <a:gd name="connsiteX61" fmla="*/ 2597896 w 3898347"/>
              <a:gd name="connsiteY61" fmla="*/ 3958939 h 4299085"/>
              <a:gd name="connsiteX62" fmla="*/ 2578251 w 3898347"/>
              <a:gd name="connsiteY62" fmla="*/ 3965812 h 4299085"/>
              <a:gd name="connsiteX63" fmla="*/ 2571961 w 3898347"/>
              <a:gd name="connsiteY63" fmla="*/ 3966278 h 4299085"/>
              <a:gd name="connsiteX64" fmla="*/ 2559399 w 3898347"/>
              <a:gd name="connsiteY64" fmla="*/ 3979193 h 4299085"/>
              <a:gd name="connsiteX65" fmla="*/ 2533560 w 3898347"/>
              <a:gd name="connsiteY65" fmla="*/ 3988160 h 4299085"/>
              <a:gd name="connsiteX66" fmla="*/ 2515299 w 3898347"/>
              <a:gd name="connsiteY66" fmla="*/ 4016867 h 4299085"/>
              <a:gd name="connsiteX67" fmla="*/ 2513423 w 3898347"/>
              <a:gd name="connsiteY67" fmla="*/ 4018759 h 4299085"/>
              <a:gd name="connsiteX68" fmla="*/ 2482991 w 3898347"/>
              <a:gd name="connsiteY68" fmla="*/ 4012935 h 4299085"/>
              <a:gd name="connsiteX69" fmla="*/ 2446940 w 3898347"/>
              <a:gd name="connsiteY69" fmla="*/ 4021172 h 4299085"/>
              <a:gd name="connsiteX70" fmla="*/ 2404883 w 3898347"/>
              <a:gd name="connsiteY70" fmla="*/ 4024808 h 4299085"/>
              <a:gd name="connsiteX71" fmla="*/ 2373894 w 3898347"/>
              <a:gd name="connsiteY71" fmla="*/ 4023827 h 4299085"/>
              <a:gd name="connsiteX72" fmla="*/ 2297080 w 3898347"/>
              <a:gd name="connsiteY72" fmla="*/ 4040841 h 4299085"/>
              <a:gd name="connsiteX73" fmla="*/ 2170615 w 3898347"/>
              <a:gd name="connsiteY73" fmla="*/ 4077196 h 4299085"/>
              <a:gd name="connsiteX74" fmla="*/ 2143580 w 3898347"/>
              <a:gd name="connsiteY74" fmla="*/ 4083102 h 4299085"/>
              <a:gd name="connsiteX75" fmla="*/ 2119893 w 3898347"/>
              <a:gd name="connsiteY75" fmla="*/ 4080874 h 4299085"/>
              <a:gd name="connsiteX76" fmla="*/ 2114008 w 3898347"/>
              <a:gd name="connsiteY76" fmla="*/ 4073996 h 4299085"/>
              <a:gd name="connsiteX77" fmla="*/ 2099067 w 3898347"/>
              <a:gd name="connsiteY77" fmla="*/ 4076068 h 4299085"/>
              <a:gd name="connsiteX78" fmla="*/ 2095000 w 3898347"/>
              <a:gd name="connsiteY78" fmla="*/ 4075096 h 4299085"/>
              <a:gd name="connsiteX79" fmla="*/ 2071767 w 3898347"/>
              <a:gd name="connsiteY79" fmla="*/ 4071044 h 4299085"/>
              <a:gd name="connsiteX80" fmla="*/ 2024486 w 3898347"/>
              <a:gd name="connsiteY80" fmla="*/ 4100276 h 4299085"/>
              <a:gd name="connsiteX81" fmla="*/ 1964411 w 3898347"/>
              <a:gd name="connsiteY81" fmla="*/ 4105069 h 4299085"/>
              <a:gd name="connsiteX82" fmla="*/ 1739945 w 3898347"/>
              <a:gd name="connsiteY82" fmla="*/ 4171795 h 4299085"/>
              <a:gd name="connsiteX83" fmla="*/ 1610556 w 3898347"/>
              <a:gd name="connsiteY83" fmla="*/ 4167701 h 4299085"/>
              <a:gd name="connsiteX84" fmla="*/ 1553623 w 3898347"/>
              <a:gd name="connsiteY84" fmla="*/ 4236045 h 4299085"/>
              <a:gd name="connsiteX85" fmla="*/ 1548640 w 3898347"/>
              <a:gd name="connsiteY85" fmla="*/ 4238297 h 4299085"/>
              <a:gd name="connsiteX86" fmla="*/ 1530136 w 3898347"/>
              <a:gd name="connsiteY86" fmla="*/ 4227121 h 4299085"/>
              <a:gd name="connsiteX87" fmla="*/ 1508787 w 3898347"/>
              <a:gd name="connsiteY87" fmla="*/ 4234213 h 4299085"/>
              <a:gd name="connsiteX88" fmla="*/ 1488914 w 3898347"/>
              <a:gd name="connsiteY88" fmla="*/ 4241772 h 4299085"/>
              <a:gd name="connsiteX89" fmla="*/ 1488999 w 3898347"/>
              <a:gd name="connsiteY89" fmla="*/ 4251186 h 4299085"/>
              <a:gd name="connsiteX90" fmla="*/ 1475364 w 3898347"/>
              <a:gd name="connsiteY90" fmla="*/ 4248364 h 4299085"/>
              <a:gd name="connsiteX91" fmla="*/ 1457275 w 3898347"/>
              <a:gd name="connsiteY91" fmla="*/ 4252863 h 4299085"/>
              <a:gd name="connsiteX92" fmla="*/ 1448085 w 3898347"/>
              <a:gd name="connsiteY92" fmla="*/ 4248391 h 4299085"/>
              <a:gd name="connsiteX93" fmla="*/ 1315306 w 3898347"/>
              <a:gd name="connsiteY93" fmla="*/ 4237004 h 4299085"/>
              <a:gd name="connsiteX94" fmla="*/ 1272434 w 3898347"/>
              <a:gd name="connsiteY94" fmla="*/ 4244958 h 4299085"/>
              <a:gd name="connsiteX95" fmla="*/ 1231567 w 3898347"/>
              <a:gd name="connsiteY95" fmla="*/ 4219356 h 4299085"/>
              <a:gd name="connsiteX96" fmla="*/ 1216643 w 3898347"/>
              <a:gd name="connsiteY96" fmla="*/ 4229828 h 4299085"/>
              <a:gd name="connsiteX97" fmla="*/ 1214101 w 3898347"/>
              <a:gd name="connsiteY97" fmla="*/ 4231991 h 4299085"/>
              <a:gd name="connsiteX98" fmla="*/ 1203193 w 3898347"/>
              <a:gd name="connsiteY98" fmla="*/ 4232867 h 4299085"/>
              <a:gd name="connsiteX99" fmla="*/ 1201049 w 3898347"/>
              <a:gd name="connsiteY99" fmla="*/ 4242842 h 4299085"/>
              <a:gd name="connsiteX100" fmla="*/ 1185298 w 3898347"/>
              <a:gd name="connsiteY100" fmla="*/ 4251133 h 4299085"/>
              <a:gd name="connsiteX101" fmla="*/ 1164955 w 3898347"/>
              <a:gd name="connsiteY101" fmla="*/ 4250027 h 4299085"/>
              <a:gd name="connsiteX102" fmla="*/ 1067357 w 3898347"/>
              <a:gd name="connsiteY102" fmla="*/ 4233908 h 4299085"/>
              <a:gd name="connsiteX103" fmla="*/ 1009492 w 3898347"/>
              <a:gd name="connsiteY103" fmla="*/ 4230455 h 4299085"/>
              <a:gd name="connsiteX104" fmla="*/ 988345 w 3898347"/>
              <a:gd name="connsiteY104" fmla="*/ 4238880 h 4299085"/>
              <a:gd name="connsiteX105" fmla="*/ 958251 w 3898347"/>
              <a:gd name="connsiteY105" fmla="*/ 4244100 h 4299085"/>
              <a:gd name="connsiteX106" fmla="*/ 905785 w 3898347"/>
              <a:gd name="connsiteY106" fmla="*/ 4260845 h 4299085"/>
              <a:gd name="connsiteX107" fmla="*/ 834176 w 3898347"/>
              <a:gd name="connsiteY107" fmla="*/ 4270241 h 4299085"/>
              <a:gd name="connsiteX108" fmla="*/ 778474 w 3898347"/>
              <a:gd name="connsiteY108" fmla="*/ 4235526 h 4299085"/>
              <a:gd name="connsiteX109" fmla="*/ 774418 w 3898347"/>
              <a:gd name="connsiteY109" fmla="*/ 4242583 h 4299085"/>
              <a:gd name="connsiteX110" fmla="*/ 737705 w 3898347"/>
              <a:gd name="connsiteY110" fmla="*/ 4238891 h 4299085"/>
              <a:gd name="connsiteX111" fmla="*/ 605027 w 3898347"/>
              <a:gd name="connsiteY111" fmla="*/ 4175863 h 4299085"/>
              <a:gd name="connsiteX112" fmla="*/ 533391 w 3898347"/>
              <a:gd name="connsiteY112" fmla="*/ 4170035 h 4299085"/>
              <a:gd name="connsiteX113" fmla="*/ 508621 w 3898347"/>
              <a:gd name="connsiteY113" fmla="*/ 4176044 h 4299085"/>
              <a:gd name="connsiteX114" fmla="*/ 467082 w 3898347"/>
              <a:gd name="connsiteY114" fmla="*/ 4185616 h 4299085"/>
              <a:gd name="connsiteX115" fmla="*/ 437646 w 3898347"/>
              <a:gd name="connsiteY115" fmla="*/ 4212658 h 4299085"/>
              <a:gd name="connsiteX116" fmla="*/ 402271 w 3898347"/>
              <a:gd name="connsiteY116" fmla="*/ 4212774 h 4299085"/>
              <a:gd name="connsiteX117" fmla="*/ 391968 w 3898347"/>
              <a:gd name="connsiteY117" fmla="*/ 4187073 h 4299085"/>
              <a:gd name="connsiteX118" fmla="*/ 354806 w 3898347"/>
              <a:gd name="connsiteY118" fmla="*/ 4195545 h 4299085"/>
              <a:gd name="connsiteX119" fmla="*/ 298662 w 3898347"/>
              <a:gd name="connsiteY119" fmla="*/ 4211227 h 4299085"/>
              <a:gd name="connsiteX120" fmla="*/ 265740 w 3898347"/>
              <a:gd name="connsiteY120" fmla="*/ 4213623 h 4299085"/>
              <a:gd name="connsiteX121" fmla="*/ 176403 w 3898347"/>
              <a:gd name="connsiteY121" fmla="*/ 4227393 h 4299085"/>
              <a:gd name="connsiteX122" fmla="*/ 37148 w 3898347"/>
              <a:gd name="connsiteY122" fmla="*/ 4289154 h 4299085"/>
              <a:gd name="connsiteX123" fmla="*/ 5850 w 3898347"/>
              <a:gd name="connsiteY123" fmla="*/ 4296945 h 4299085"/>
              <a:gd name="connsiteX124" fmla="*/ 0 w 3898347"/>
              <a:gd name="connsiteY124" fmla="*/ 4299085 h 4299085"/>
              <a:gd name="connsiteX125" fmla="*/ 0 w 3898347"/>
              <a:gd name="connsiteY125" fmla="*/ 15850 h 4299085"/>
              <a:gd name="connsiteX126" fmla="*/ 3898347 w 3898347"/>
              <a:gd name="connsiteY126" fmla="*/ 0 h 4299085"/>
              <a:gd name="connsiteX0" fmla="*/ 3898347 w 3898347"/>
              <a:gd name="connsiteY0" fmla="*/ 0 h 4296945"/>
              <a:gd name="connsiteX1" fmla="*/ 3898347 w 3898347"/>
              <a:gd name="connsiteY1" fmla="*/ 3834445 h 4296945"/>
              <a:gd name="connsiteX2" fmla="*/ 3892314 w 3898347"/>
              <a:gd name="connsiteY2" fmla="*/ 3832951 h 4296945"/>
              <a:gd name="connsiteX3" fmla="*/ 3851953 w 3898347"/>
              <a:gd name="connsiteY3" fmla="*/ 3802983 h 4296945"/>
              <a:gd name="connsiteX4" fmla="*/ 3836418 w 3898347"/>
              <a:gd name="connsiteY4" fmla="*/ 3811513 h 4296945"/>
              <a:gd name="connsiteX5" fmla="*/ 3833758 w 3898347"/>
              <a:gd name="connsiteY5" fmla="*/ 3813341 h 4296945"/>
              <a:gd name="connsiteX6" fmla="*/ 3822673 w 3898347"/>
              <a:gd name="connsiteY6" fmla="*/ 3812913 h 4296945"/>
              <a:gd name="connsiteX7" fmla="*/ 3820104 w 3898347"/>
              <a:gd name="connsiteY7" fmla="*/ 3822466 h 4296945"/>
              <a:gd name="connsiteX8" fmla="*/ 3803816 w 3898347"/>
              <a:gd name="connsiteY8" fmla="*/ 3828757 h 4296945"/>
              <a:gd name="connsiteX9" fmla="*/ 3783259 w 3898347"/>
              <a:gd name="connsiteY9" fmla="*/ 3825276 h 4296945"/>
              <a:gd name="connsiteX10" fmla="*/ 3729936 w 3898347"/>
              <a:gd name="connsiteY10" fmla="*/ 3815386 h 4296945"/>
              <a:gd name="connsiteX11" fmla="*/ 3726018 w 3898347"/>
              <a:gd name="connsiteY11" fmla="*/ 3815100 h 4296945"/>
              <a:gd name="connsiteX12" fmla="*/ 3725413 w 3898347"/>
              <a:gd name="connsiteY12" fmla="*/ 3814615 h 4296945"/>
              <a:gd name="connsiteX13" fmla="*/ 3713801 w 3898347"/>
              <a:gd name="connsiteY13" fmla="*/ 3811018 h 4296945"/>
              <a:gd name="connsiteX14" fmla="*/ 3709087 w 3898347"/>
              <a:gd name="connsiteY14" fmla="*/ 3813195 h 4296945"/>
              <a:gd name="connsiteX15" fmla="*/ 3698038 w 3898347"/>
              <a:gd name="connsiteY15" fmla="*/ 3806182 h 4296945"/>
              <a:gd name="connsiteX16" fmla="*/ 3662227 w 3898347"/>
              <a:gd name="connsiteY16" fmla="*/ 3807761 h 4296945"/>
              <a:gd name="connsiteX17" fmla="*/ 3659872 w 3898347"/>
              <a:gd name="connsiteY17" fmla="*/ 3805524 h 4296945"/>
              <a:gd name="connsiteX18" fmla="*/ 3643454 w 3898347"/>
              <a:gd name="connsiteY18" fmla="*/ 3794831 h 4296945"/>
              <a:gd name="connsiteX19" fmla="*/ 3624789 w 3898347"/>
              <a:gd name="connsiteY19" fmla="*/ 3803185 h 4296945"/>
              <a:gd name="connsiteX20" fmla="*/ 3602327 w 3898347"/>
              <a:gd name="connsiteY20" fmla="*/ 3794616 h 4296945"/>
              <a:gd name="connsiteX21" fmla="*/ 3596645 w 3898347"/>
              <a:gd name="connsiteY21" fmla="*/ 3797108 h 4296945"/>
              <a:gd name="connsiteX22" fmla="*/ 3574144 w 3898347"/>
              <a:gd name="connsiteY22" fmla="*/ 3795108 h 4296945"/>
              <a:gd name="connsiteX23" fmla="*/ 3562310 w 3898347"/>
              <a:gd name="connsiteY23" fmla="*/ 3787534 h 4296945"/>
              <a:gd name="connsiteX24" fmla="*/ 3551635 w 3898347"/>
              <a:gd name="connsiteY24" fmla="*/ 3797705 h 4296945"/>
              <a:gd name="connsiteX25" fmla="*/ 3550175 w 3898347"/>
              <a:gd name="connsiteY25" fmla="*/ 3803199 h 4296945"/>
              <a:gd name="connsiteX26" fmla="*/ 3542668 w 3898347"/>
              <a:gd name="connsiteY26" fmla="*/ 3803283 h 4296945"/>
              <a:gd name="connsiteX27" fmla="*/ 3533033 w 3898347"/>
              <a:gd name="connsiteY27" fmla="*/ 3799071 h 4296945"/>
              <a:gd name="connsiteX28" fmla="*/ 3521726 w 3898347"/>
              <a:gd name="connsiteY28" fmla="*/ 3804691 h 4296945"/>
              <a:gd name="connsiteX29" fmla="*/ 3520080 w 3898347"/>
              <a:gd name="connsiteY29" fmla="*/ 3805210 h 4296945"/>
              <a:gd name="connsiteX30" fmla="*/ 3508491 w 3898347"/>
              <a:gd name="connsiteY30" fmla="*/ 3797398 h 4296945"/>
              <a:gd name="connsiteX31" fmla="*/ 3503787 w 3898347"/>
              <a:gd name="connsiteY31" fmla="*/ 3797787 h 4296945"/>
              <a:gd name="connsiteX32" fmla="*/ 3492165 w 3898347"/>
              <a:gd name="connsiteY32" fmla="*/ 3799887 h 4296945"/>
              <a:gd name="connsiteX33" fmla="*/ 3472233 w 3898347"/>
              <a:gd name="connsiteY33" fmla="*/ 3805682 h 4296945"/>
              <a:gd name="connsiteX34" fmla="*/ 3465921 w 3898347"/>
              <a:gd name="connsiteY34" fmla="*/ 3805814 h 4296945"/>
              <a:gd name="connsiteX35" fmla="*/ 3455541 w 3898347"/>
              <a:gd name="connsiteY35" fmla="*/ 3815505 h 4296945"/>
              <a:gd name="connsiteX36" fmla="*/ 3429027 w 3898347"/>
              <a:gd name="connsiteY36" fmla="*/ 3816906 h 4296945"/>
              <a:gd name="connsiteX37" fmla="*/ 3369507 w 3898347"/>
              <a:gd name="connsiteY37" fmla="*/ 3825563 h 4296945"/>
              <a:gd name="connsiteX38" fmla="*/ 3324491 w 3898347"/>
              <a:gd name="connsiteY38" fmla="*/ 3832006 h 4296945"/>
              <a:gd name="connsiteX39" fmla="*/ 3244235 w 3898347"/>
              <a:gd name="connsiteY39" fmla="*/ 3834376 h 4296945"/>
              <a:gd name="connsiteX40" fmla="*/ 3226507 w 3898347"/>
              <a:gd name="connsiteY40" fmla="*/ 3820131 h 4296945"/>
              <a:gd name="connsiteX41" fmla="*/ 3191688 w 3898347"/>
              <a:gd name="connsiteY41" fmla="*/ 3837359 h 4296945"/>
              <a:gd name="connsiteX42" fmla="*/ 3185553 w 3898347"/>
              <a:gd name="connsiteY42" fmla="*/ 3859030 h 4296945"/>
              <a:gd name="connsiteX43" fmla="*/ 3137926 w 3898347"/>
              <a:gd name="connsiteY43" fmla="*/ 3867782 h 4296945"/>
              <a:gd name="connsiteX44" fmla="*/ 3090188 w 3898347"/>
              <a:gd name="connsiteY44" fmla="*/ 3855036 h 4296945"/>
              <a:gd name="connsiteX45" fmla="*/ 3031422 w 3898347"/>
              <a:gd name="connsiteY45" fmla="*/ 3858298 h 4296945"/>
              <a:gd name="connsiteX46" fmla="*/ 2996288 w 3898347"/>
              <a:gd name="connsiteY46" fmla="*/ 3860020 h 4296945"/>
              <a:gd name="connsiteX47" fmla="*/ 2901661 w 3898347"/>
              <a:gd name="connsiteY47" fmla="*/ 3882243 h 4296945"/>
              <a:gd name="connsiteX48" fmla="*/ 2782141 w 3898347"/>
              <a:gd name="connsiteY48" fmla="*/ 3932983 h 4296945"/>
              <a:gd name="connsiteX49" fmla="*/ 2749597 w 3898347"/>
              <a:gd name="connsiteY49" fmla="*/ 3956746 h 4296945"/>
              <a:gd name="connsiteX50" fmla="*/ 2730493 w 3898347"/>
              <a:gd name="connsiteY50" fmla="*/ 3955236 h 4296945"/>
              <a:gd name="connsiteX51" fmla="*/ 2707507 w 3898347"/>
              <a:gd name="connsiteY51" fmla="*/ 3947771 h 4296945"/>
              <a:gd name="connsiteX52" fmla="*/ 2701937 w 3898347"/>
              <a:gd name="connsiteY52" fmla="*/ 3950565 h 4296945"/>
              <a:gd name="connsiteX53" fmla="*/ 2679435 w 3898347"/>
              <a:gd name="connsiteY53" fmla="*/ 3949768 h 4296945"/>
              <a:gd name="connsiteX54" fmla="*/ 2667352 w 3898347"/>
              <a:gd name="connsiteY54" fmla="*/ 3942821 h 4296945"/>
              <a:gd name="connsiteX55" fmla="*/ 2657096 w 3898347"/>
              <a:gd name="connsiteY55" fmla="*/ 3953571 h 4296945"/>
              <a:gd name="connsiteX56" fmla="*/ 2655161 w 3898347"/>
              <a:gd name="connsiteY56" fmla="*/ 3962216 h 4296945"/>
              <a:gd name="connsiteX57" fmla="*/ 2638604 w 3898347"/>
              <a:gd name="connsiteY57" fmla="*/ 3955936 h 4296945"/>
              <a:gd name="connsiteX58" fmla="*/ 2626185 w 3898347"/>
              <a:gd name="connsiteY58" fmla="*/ 3962937 h 4296945"/>
              <a:gd name="connsiteX59" fmla="*/ 2614077 w 3898347"/>
              <a:gd name="connsiteY59" fmla="*/ 3955576 h 4296945"/>
              <a:gd name="connsiteX60" fmla="*/ 2609403 w 3898347"/>
              <a:gd name="connsiteY60" fmla="*/ 3956215 h 4296945"/>
              <a:gd name="connsiteX61" fmla="*/ 2597896 w 3898347"/>
              <a:gd name="connsiteY61" fmla="*/ 3958939 h 4296945"/>
              <a:gd name="connsiteX62" fmla="*/ 2578251 w 3898347"/>
              <a:gd name="connsiteY62" fmla="*/ 3965812 h 4296945"/>
              <a:gd name="connsiteX63" fmla="*/ 2571961 w 3898347"/>
              <a:gd name="connsiteY63" fmla="*/ 3966278 h 4296945"/>
              <a:gd name="connsiteX64" fmla="*/ 2559399 w 3898347"/>
              <a:gd name="connsiteY64" fmla="*/ 3979193 h 4296945"/>
              <a:gd name="connsiteX65" fmla="*/ 2533560 w 3898347"/>
              <a:gd name="connsiteY65" fmla="*/ 3988160 h 4296945"/>
              <a:gd name="connsiteX66" fmla="*/ 2515299 w 3898347"/>
              <a:gd name="connsiteY66" fmla="*/ 4016867 h 4296945"/>
              <a:gd name="connsiteX67" fmla="*/ 2513423 w 3898347"/>
              <a:gd name="connsiteY67" fmla="*/ 4018759 h 4296945"/>
              <a:gd name="connsiteX68" fmla="*/ 2482991 w 3898347"/>
              <a:gd name="connsiteY68" fmla="*/ 4012935 h 4296945"/>
              <a:gd name="connsiteX69" fmla="*/ 2446940 w 3898347"/>
              <a:gd name="connsiteY69" fmla="*/ 4021172 h 4296945"/>
              <a:gd name="connsiteX70" fmla="*/ 2404883 w 3898347"/>
              <a:gd name="connsiteY70" fmla="*/ 4024808 h 4296945"/>
              <a:gd name="connsiteX71" fmla="*/ 2373894 w 3898347"/>
              <a:gd name="connsiteY71" fmla="*/ 4023827 h 4296945"/>
              <a:gd name="connsiteX72" fmla="*/ 2297080 w 3898347"/>
              <a:gd name="connsiteY72" fmla="*/ 4040841 h 4296945"/>
              <a:gd name="connsiteX73" fmla="*/ 2170615 w 3898347"/>
              <a:gd name="connsiteY73" fmla="*/ 4077196 h 4296945"/>
              <a:gd name="connsiteX74" fmla="*/ 2143580 w 3898347"/>
              <a:gd name="connsiteY74" fmla="*/ 4083102 h 4296945"/>
              <a:gd name="connsiteX75" fmla="*/ 2119893 w 3898347"/>
              <a:gd name="connsiteY75" fmla="*/ 4080874 h 4296945"/>
              <a:gd name="connsiteX76" fmla="*/ 2114008 w 3898347"/>
              <a:gd name="connsiteY76" fmla="*/ 4073996 h 4296945"/>
              <a:gd name="connsiteX77" fmla="*/ 2099067 w 3898347"/>
              <a:gd name="connsiteY77" fmla="*/ 4076068 h 4296945"/>
              <a:gd name="connsiteX78" fmla="*/ 2095000 w 3898347"/>
              <a:gd name="connsiteY78" fmla="*/ 4075096 h 4296945"/>
              <a:gd name="connsiteX79" fmla="*/ 2071767 w 3898347"/>
              <a:gd name="connsiteY79" fmla="*/ 4071044 h 4296945"/>
              <a:gd name="connsiteX80" fmla="*/ 2024486 w 3898347"/>
              <a:gd name="connsiteY80" fmla="*/ 4100276 h 4296945"/>
              <a:gd name="connsiteX81" fmla="*/ 1964411 w 3898347"/>
              <a:gd name="connsiteY81" fmla="*/ 4105069 h 4296945"/>
              <a:gd name="connsiteX82" fmla="*/ 1739945 w 3898347"/>
              <a:gd name="connsiteY82" fmla="*/ 4171795 h 4296945"/>
              <a:gd name="connsiteX83" fmla="*/ 1610556 w 3898347"/>
              <a:gd name="connsiteY83" fmla="*/ 4167701 h 4296945"/>
              <a:gd name="connsiteX84" fmla="*/ 1553623 w 3898347"/>
              <a:gd name="connsiteY84" fmla="*/ 4236045 h 4296945"/>
              <a:gd name="connsiteX85" fmla="*/ 1548640 w 3898347"/>
              <a:gd name="connsiteY85" fmla="*/ 4238297 h 4296945"/>
              <a:gd name="connsiteX86" fmla="*/ 1530136 w 3898347"/>
              <a:gd name="connsiteY86" fmla="*/ 4227121 h 4296945"/>
              <a:gd name="connsiteX87" fmla="*/ 1508787 w 3898347"/>
              <a:gd name="connsiteY87" fmla="*/ 4234213 h 4296945"/>
              <a:gd name="connsiteX88" fmla="*/ 1488914 w 3898347"/>
              <a:gd name="connsiteY88" fmla="*/ 4241772 h 4296945"/>
              <a:gd name="connsiteX89" fmla="*/ 1488999 w 3898347"/>
              <a:gd name="connsiteY89" fmla="*/ 4251186 h 4296945"/>
              <a:gd name="connsiteX90" fmla="*/ 1475364 w 3898347"/>
              <a:gd name="connsiteY90" fmla="*/ 4248364 h 4296945"/>
              <a:gd name="connsiteX91" fmla="*/ 1457275 w 3898347"/>
              <a:gd name="connsiteY91" fmla="*/ 4252863 h 4296945"/>
              <a:gd name="connsiteX92" fmla="*/ 1448085 w 3898347"/>
              <a:gd name="connsiteY92" fmla="*/ 4248391 h 4296945"/>
              <a:gd name="connsiteX93" fmla="*/ 1315306 w 3898347"/>
              <a:gd name="connsiteY93" fmla="*/ 4237004 h 4296945"/>
              <a:gd name="connsiteX94" fmla="*/ 1272434 w 3898347"/>
              <a:gd name="connsiteY94" fmla="*/ 4244958 h 4296945"/>
              <a:gd name="connsiteX95" fmla="*/ 1231567 w 3898347"/>
              <a:gd name="connsiteY95" fmla="*/ 4219356 h 4296945"/>
              <a:gd name="connsiteX96" fmla="*/ 1216643 w 3898347"/>
              <a:gd name="connsiteY96" fmla="*/ 4229828 h 4296945"/>
              <a:gd name="connsiteX97" fmla="*/ 1214101 w 3898347"/>
              <a:gd name="connsiteY97" fmla="*/ 4231991 h 4296945"/>
              <a:gd name="connsiteX98" fmla="*/ 1203193 w 3898347"/>
              <a:gd name="connsiteY98" fmla="*/ 4232867 h 4296945"/>
              <a:gd name="connsiteX99" fmla="*/ 1201049 w 3898347"/>
              <a:gd name="connsiteY99" fmla="*/ 4242842 h 4296945"/>
              <a:gd name="connsiteX100" fmla="*/ 1185298 w 3898347"/>
              <a:gd name="connsiteY100" fmla="*/ 4251133 h 4296945"/>
              <a:gd name="connsiteX101" fmla="*/ 1164955 w 3898347"/>
              <a:gd name="connsiteY101" fmla="*/ 4250027 h 4296945"/>
              <a:gd name="connsiteX102" fmla="*/ 1067357 w 3898347"/>
              <a:gd name="connsiteY102" fmla="*/ 4233908 h 4296945"/>
              <a:gd name="connsiteX103" fmla="*/ 1009492 w 3898347"/>
              <a:gd name="connsiteY103" fmla="*/ 4230455 h 4296945"/>
              <a:gd name="connsiteX104" fmla="*/ 988345 w 3898347"/>
              <a:gd name="connsiteY104" fmla="*/ 4238880 h 4296945"/>
              <a:gd name="connsiteX105" fmla="*/ 958251 w 3898347"/>
              <a:gd name="connsiteY105" fmla="*/ 4244100 h 4296945"/>
              <a:gd name="connsiteX106" fmla="*/ 905785 w 3898347"/>
              <a:gd name="connsiteY106" fmla="*/ 4260845 h 4296945"/>
              <a:gd name="connsiteX107" fmla="*/ 834176 w 3898347"/>
              <a:gd name="connsiteY107" fmla="*/ 4270241 h 4296945"/>
              <a:gd name="connsiteX108" fmla="*/ 778474 w 3898347"/>
              <a:gd name="connsiteY108" fmla="*/ 4235526 h 4296945"/>
              <a:gd name="connsiteX109" fmla="*/ 774418 w 3898347"/>
              <a:gd name="connsiteY109" fmla="*/ 4242583 h 4296945"/>
              <a:gd name="connsiteX110" fmla="*/ 737705 w 3898347"/>
              <a:gd name="connsiteY110" fmla="*/ 4238891 h 4296945"/>
              <a:gd name="connsiteX111" fmla="*/ 605027 w 3898347"/>
              <a:gd name="connsiteY111" fmla="*/ 4175863 h 4296945"/>
              <a:gd name="connsiteX112" fmla="*/ 533391 w 3898347"/>
              <a:gd name="connsiteY112" fmla="*/ 4170035 h 4296945"/>
              <a:gd name="connsiteX113" fmla="*/ 508621 w 3898347"/>
              <a:gd name="connsiteY113" fmla="*/ 4176044 h 4296945"/>
              <a:gd name="connsiteX114" fmla="*/ 467082 w 3898347"/>
              <a:gd name="connsiteY114" fmla="*/ 4185616 h 4296945"/>
              <a:gd name="connsiteX115" fmla="*/ 437646 w 3898347"/>
              <a:gd name="connsiteY115" fmla="*/ 4212658 h 4296945"/>
              <a:gd name="connsiteX116" fmla="*/ 402271 w 3898347"/>
              <a:gd name="connsiteY116" fmla="*/ 4212774 h 4296945"/>
              <a:gd name="connsiteX117" fmla="*/ 391968 w 3898347"/>
              <a:gd name="connsiteY117" fmla="*/ 4187073 h 4296945"/>
              <a:gd name="connsiteX118" fmla="*/ 354806 w 3898347"/>
              <a:gd name="connsiteY118" fmla="*/ 4195545 h 4296945"/>
              <a:gd name="connsiteX119" fmla="*/ 298662 w 3898347"/>
              <a:gd name="connsiteY119" fmla="*/ 4211227 h 4296945"/>
              <a:gd name="connsiteX120" fmla="*/ 265740 w 3898347"/>
              <a:gd name="connsiteY120" fmla="*/ 4213623 h 4296945"/>
              <a:gd name="connsiteX121" fmla="*/ 176403 w 3898347"/>
              <a:gd name="connsiteY121" fmla="*/ 4227393 h 4296945"/>
              <a:gd name="connsiteX122" fmla="*/ 37148 w 3898347"/>
              <a:gd name="connsiteY122" fmla="*/ 4289154 h 4296945"/>
              <a:gd name="connsiteX123" fmla="*/ 5850 w 3898347"/>
              <a:gd name="connsiteY123" fmla="*/ 4296945 h 4296945"/>
              <a:gd name="connsiteX124" fmla="*/ 0 w 3898347"/>
              <a:gd name="connsiteY124" fmla="*/ 4221939 h 4296945"/>
              <a:gd name="connsiteX125" fmla="*/ 0 w 3898347"/>
              <a:gd name="connsiteY125" fmla="*/ 15850 h 4296945"/>
              <a:gd name="connsiteX126" fmla="*/ 3898347 w 3898347"/>
              <a:gd name="connsiteY126" fmla="*/ 0 h 4296945"/>
              <a:gd name="connsiteX0" fmla="*/ 3898347 w 3898347"/>
              <a:gd name="connsiteY0" fmla="*/ 0 h 4296945"/>
              <a:gd name="connsiteX1" fmla="*/ 3898347 w 3898347"/>
              <a:gd name="connsiteY1" fmla="*/ 3834445 h 4296945"/>
              <a:gd name="connsiteX2" fmla="*/ 3892314 w 3898347"/>
              <a:gd name="connsiteY2" fmla="*/ 3832951 h 4296945"/>
              <a:gd name="connsiteX3" fmla="*/ 3851953 w 3898347"/>
              <a:gd name="connsiteY3" fmla="*/ 3802983 h 4296945"/>
              <a:gd name="connsiteX4" fmla="*/ 3836418 w 3898347"/>
              <a:gd name="connsiteY4" fmla="*/ 3811513 h 4296945"/>
              <a:gd name="connsiteX5" fmla="*/ 3833758 w 3898347"/>
              <a:gd name="connsiteY5" fmla="*/ 3813341 h 4296945"/>
              <a:gd name="connsiteX6" fmla="*/ 3822673 w 3898347"/>
              <a:gd name="connsiteY6" fmla="*/ 3812913 h 4296945"/>
              <a:gd name="connsiteX7" fmla="*/ 3820104 w 3898347"/>
              <a:gd name="connsiteY7" fmla="*/ 3822466 h 4296945"/>
              <a:gd name="connsiteX8" fmla="*/ 3803816 w 3898347"/>
              <a:gd name="connsiteY8" fmla="*/ 3828757 h 4296945"/>
              <a:gd name="connsiteX9" fmla="*/ 3783259 w 3898347"/>
              <a:gd name="connsiteY9" fmla="*/ 3825276 h 4296945"/>
              <a:gd name="connsiteX10" fmla="*/ 3729936 w 3898347"/>
              <a:gd name="connsiteY10" fmla="*/ 3815386 h 4296945"/>
              <a:gd name="connsiteX11" fmla="*/ 3726018 w 3898347"/>
              <a:gd name="connsiteY11" fmla="*/ 3815100 h 4296945"/>
              <a:gd name="connsiteX12" fmla="*/ 3725413 w 3898347"/>
              <a:gd name="connsiteY12" fmla="*/ 3814615 h 4296945"/>
              <a:gd name="connsiteX13" fmla="*/ 3713801 w 3898347"/>
              <a:gd name="connsiteY13" fmla="*/ 3811018 h 4296945"/>
              <a:gd name="connsiteX14" fmla="*/ 3709087 w 3898347"/>
              <a:gd name="connsiteY14" fmla="*/ 3813195 h 4296945"/>
              <a:gd name="connsiteX15" fmla="*/ 3698038 w 3898347"/>
              <a:gd name="connsiteY15" fmla="*/ 3806182 h 4296945"/>
              <a:gd name="connsiteX16" fmla="*/ 3662227 w 3898347"/>
              <a:gd name="connsiteY16" fmla="*/ 3807761 h 4296945"/>
              <a:gd name="connsiteX17" fmla="*/ 3659872 w 3898347"/>
              <a:gd name="connsiteY17" fmla="*/ 3805524 h 4296945"/>
              <a:gd name="connsiteX18" fmla="*/ 3643454 w 3898347"/>
              <a:gd name="connsiteY18" fmla="*/ 3794831 h 4296945"/>
              <a:gd name="connsiteX19" fmla="*/ 3624789 w 3898347"/>
              <a:gd name="connsiteY19" fmla="*/ 3803185 h 4296945"/>
              <a:gd name="connsiteX20" fmla="*/ 3602327 w 3898347"/>
              <a:gd name="connsiteY20" fmla="*/ 3794616 h 4296945"/>
              <a:gd name="connsiteX21" fmla="*/ 3596645 w 3898347"/>
              <a:gd name="connsiteY21" fmla="*/ 3797108 h 4296945"/>
              <a:gd name="connsiteX22" fmla="*/ 3574144 w 3898347"/>
              <a:gd name="connsiteY22" fmla="*/ 3795108 h 4296945"/>
              <a:gd name="connsiteX23" fmla="*/ 3562310 w 3898347"/>
              <a:gd name="connsiteY23" fmla="*/ 3787534 h 4296945"/>
              <a:gd name="connsiteX24" fmla="*/ 3551635 w 3898347"/>
              <a:gd name="connsiteY24" fmla="*/ 3797705 h 4296945"/>
              <a:gd name="connsiteX25" fmla="*/ 3550175 w 3898347"/>
              <a:gd name="connsiteY25" fmla="*/ 3803199 h 4296945"/>
              <a:gd name="connsiteX26" fmla="*/ 3542668 w 3898347"/>
              <a:gd name="connsiteY26" fmla="*/ 3803283 h 4296945"/>
              <a:gd name="connsiteX27" fmla="*/ 3533033 w 3898347"/>
              <a:gd name="connsiteY27" fmla="*/ 3799071 h 4296945"/>
              <a:gd name="connsiteX28" fmla="*/ 3521726 w 3898347"/>
              <a:gd name="connsiteY28" fmla="*/ 3804691 h 4296945"/>
              <a:gd name="connsiteX29" fmla="*/ 3520080 w 3898347"/>
              <a:gd name="connsiteY29" fmla="*/ 3805210 h 4296945"/>
              <a:gd name="connsiteX30" fmla="*/ 3508491 w 3898347"/>
              <a:gd name="connsiteY30" fmla="*/ 3797398 h 4296945"/>
              <a:gd name="connsiteX31" fmla="*/ 3503787 w 3898347"/>
              <a:gd name="connsiteY31" fmla="*/ 3797787 h 4296945"/>
              <a:gd name="connsiteX32" fmla="*/ 3492165 w 3898347"/>
              <a:gd name="connsiteY32" fmla="*/ 3799887 h 4296945"/>
              <a:gd name="connsiteX33" fmla="*/ 3472233 w 3898347"/>
              <a:gd name="connsiteY33" fmla="*/ 3805682 h 4296945"/>
              <a:gd name="connsiteX34" fmla="*/ 3465921 w 3898347"/>
              <a:gd name="connsiteY34" fmla="*/ 3805814 h 4296945"/>
              <a:gd name="connsiteX35" fmla="*/ 3455541 w 3898347"/>
              <a:gd name="connsiteY35" fmla="*/ 3815505 h 4296945"/>
              <a:gd name="connsiteX36" fmla="*/ 3429027 w 3898347"/>
              <a:gd name="connsiteY36" fmla="*/ 3816906 h 4296945"/>
              <a:gd name="connsiteX37" fmla="*/ 3369507 w 3898347"/>
              <a:gd name="connsiteY37" fmla="*/ 3825563 h 4296945"/>
              <a:gd name="connsiteX38" fmla="*/ 3324491 w 3898347"/>
              <a:gd name="connsiteY38" fmla="*/ 3832006 h 4296945"/>
              <a:gd name="connsiteX39" fmla="*/ 3244235 w 3898347"/>
              <a:gd name="connsiteY39" fmla="*/ 3834376 h 4296945"/>
              <a:gd name="connsiteX40" fmla="*/ 3226507 w 3898347"/>
              <a:gd name="connsiteY40" fmla="*/ 3820131 h 4296945"/>
              <a:gd name="connsiteX41" fmla="*/ 3191688 w 3898347"/>
              <a:gd name="connsiteY41" fmla="*/ 3837359 h 4296945"/>
              <a:gd name="connsiteX42" fmla="*/ 3185553 w 3898347"/>
              <a:gd name="connsiteY42" fmla="*/ 3859030 h 4296945"/>
              <a:gd name="connsiteX43" fmla="*/ 3137926 w 3898347"/>
              <a:gd name="connsiteY43" fmla="*/ 3867782 h 4296945"/>
              <a:gd name="connsiteX44" fmla="*/ 3090188 w 3898347"/>
              <a:gd name="connsiteY44" fmla="*/ 3855036 h 4296945"/>
              <a:gd name="connsiteX45" fmla="*/ 3031422 w 3898347"/>
              <a:gd name="connsiteY45" fmla="*/ 3858298 h 4296945"/>
              <a:gd name="connsiteX46" fmla="*/ 2996288 w 3898347"/>
              <a:gd name="connsiteY46" fmla="*/ 3860020 h 4296945"/>
              <a:gd name="connsiteX47" fmla="*/ 2901661 w 3898347"/>
              <a:gd name="connsiteY47" fmla="*/ 3882243 h 4296945"/>
              <a:gd name="connsiteX48" fmla="*/ 2782141 w 3898347"/>
              <a:gd name="connsiteY48" fmla="*/ 3932983 h 4296945"/>
              <a:gd name="connsiteX49" fmla="*/ 2749597 w 3898347"/>
              <a:gd name="connsiteY49" fmla="*/ 3956746 h 4296945"/>
              <a:gd name="connsiteX50" fmla="*/ 2730493 w 3898347"/>
              <a:gd name="connsiteY50" fmla="*/ 3955236 h 4296945"/>
              <a:gd name="connsiteX51" fmla="*/ 2707507 w 3898347"/>
              <a:gd name="connsiteY51" fmla="*/ 3947771 h 4296945"/>
              <a:gd name="connsiteX52" fmla="*/ 2701937 w 3898347"/>
              <a:gd name="connsiteY52" fmla="*/ 3950565 h 4296945"/>
              <a:gd name="connsiteX53" fmla="*/ 2679435 w 3898347"/>
              <a:gd name="connsiteY53" fmla="*/ 3949768 h 4296945"/>
              <a:gd name="connsiteX54" fmla="*/ 2667352 w 3898347"/>
              <a:gd name="connsiteY54" fmla="*/ 3942821 h 4296945"/>
              <a:gd name="connsiteX55" fmla="*/ 2657096 w 3898347"/>
              <a:gd name="connsiteY55" fmla="*/ 3953571 h 4296945"/>
              <a:gd name="connsiteX56" fmla="*/ 2655161 w 3898347"/>
              <a:gd name="connsiteY56" fmla="*/ 3962216 h 4296945"/>
              <a:gd name="connsiteX57" fmla="*/ 2638604 w 3898347"/>
              <a:gd name="connsiteY57" fmla="*/ 3955936 h 4296945"/>
              <a:gd name="connsiteX58" fmla="*/ 2626185 w 3898347"/>
              <a:gd name="connsiteY58" fmla="*/ 3962937 h 4296945"/>
              <a:gd name="connsiteX59" fmla="*/ 2614077 w 3898347"/>
              <a:gd name="connsiteY59" fmla="*/ 3955576 h 4296945"/>
              <a:gd name="connsiteX60" fmla="*/ 2609403 w 3898347"/>
              <a:gd name="connsiteY60" fmla="*/ 3956215 h 4296945"/>
              <a:gd name="connsiteX61" fmla="*/ 2597896 w 3898347"/>
              <a:gd name="connsiteY61" fmla="*/ 3958939 h 4296945"/>
              <a:gd name="connsiteX62" fmla="*/ 2578251 w 3898347"/>
              <a:gd name="connsiteY62" fmla="*/ 3965812 h 4296945"/>
              <a:gd name="connsiteX63" fmla="*/ 2571961 w 3898347"/>
              <a:gd name="connsiteY63" fmla="*/ 3966278 h 4296945"/>
              <a:gd name="connsiteX64" fmla="*/ 2559399 w 3898347"/>
              <a:gd name="connsiteY64" fmla="*/ 3979193 h 4296945"/>
              <a:gd name="connsiteX65" fmla="*/ 2533560 w 3898347"/>
              <a:gd name="connsiteY65" fmla="*/ 3988160 h 4296945"/>
              <a:gd name="connsiteX66" fmla="*/ 2515299 w 3898347"/>
              <a:gd name="connsiteY66" fmla="*/ 4016867 h 4296945"/>
              <a:gd name="connsiteX67" fmla="*/ 2513423 w 3898347"/>
              <a:gd name="connsiteY67" fmla="*/ 4018759 h 4296945"/>
              <a:gd name="connsiteX68" fmla="*/ 2482991 w 3898347"/>
              <a:gd name="connsiteY68" fmla="*/ 4012935 h 4296945"/>
              <a:gd name="connsiteX69" fmla="*/ 2446940 w 3898347"/>
              <a:gd name="connsiteY69" fmla="*/ 4021172 h 4296945"/>
              <a:gd name="connsiteX70" fmla="*/ 2404883 w 3898347"/>
              <a:gd name="connsiteY70" fmla="*/ 4024808 h 4296945"/>
              <a:gd name="connsiteX71" fmla="*/ 2373894 w 3898347"/>
              <a:gd name="connsiteY71" fmla="*/ 4023827 h 4296945"/>
              <a:gd name="connsiteX72" fmla="*/ 2297080 w 3898347"/>
              <a:gd name="connsiteY72" fmla="*/ 4040841 h 4296945"/>
              <a:gd name="connsiteX73" fmla="*/ 2170615 w 3898347"/>
              <a:gd name="connsiteY73" fmla="*/ 4077196 h 4296945"/>
              <a:gd name="connsiteX74" fmla="*/ 2143580 w 3898347"/>
              <a:gd name="connsiteY74" fmla="*/ 4083102 h 4296945"/>
              <a:gd name="connsiteX75" fmla="*/ 2119893 w 3898347"/>
              <a:gd name="connsiteY75" fmla="*/ 4080874 h 4296945"/>
              <a:gd name="connsiteX76" fmla="*/ 2114008 w 3898347"/>
              <a:gd name="connsiteY76" fmla="*/ 4073996 h 4296945"/>
              <a:gd name="connsiteX77" fmla="*/ 2099067 w 3898347"/>
              <a:gd name="connsiteY77" fmla="*/ 4076068 h 4296945"/>
              <a:gd name="connsiteX78" fmla="*/ 2095000 w 3898347"/>
              <a:gd name="connsiteY78" fmla="*/ 4075096 h 4296945"/>
              <a:gd name="connsiteX79" fmla="*/ 2071767 w 3898347"/>
              <a:gd name="connsiteY79" fmla="*/ 4071044 h 4296945"/>
              <a:gd name="connsiteX80" fmla="*/ 2024486 w 3898347"/>
              <a:gd name="connsiteY80" fmla="*/ 4100276 h 4296945"/>
              <a:gd name="connsiteX81" fmla="*/ 1964411 w 3898347"/>
              <a:gd name="connsiteY81" fmla="*/ 4105069 h 4296945"/>
              <a:gd name="connsiteX82" fmla="*/ 1739945 w 3898347"/>
              <a:gd name="connsiteY82" fmla="*/ 4171795 h 4296945"/>
              <a:gd name="connsiteX83" fmla="*/ 1610556 w 3898347"/>
              <a:gd name="connsiteY83" fmla="*/ 4167701 h 4296945"/>
              <a:gd name="connsiteX84" fmla="*/ 1553623 w 3898347"/>
              <a:gd name="connsiteY84" fmla="*/ 4236045 h 4296945"/>
              <a:gd name="connsiteX85" fmla="*/ 1548640 w 3898347"/>
              <a:gd name="connsiteY85" fmla="*/ 4238297 h 4296945"/>
              <a:gd name="connsiteX86" fmla="*/ 1530136 w 3898347"/>
              <a:gd name="connsiteY86" fmla="*/ 4227121 h 4296945"/>
              <a:gd name="connsiteX87" fmla="*/ 1508787 w 3898347"/>
              <a:gd name="connsiteY87" fmla="*/ 4234213 h 4296945"/>
              <a:gd name="connsiteX88" fmla="*/ 1488914 w 3898347"/>
              <a:gd name="connsiteY88" fmla="*/ 4241772 h 4296945"/>
              <a:gd name="connsiteX89" fmla="*/ 1488999 w 3898347"/>
              <a:gd name="connsiteY89" fmla="*/ 4251186 h 4296945"/>
              <a:gd name="connsiteX90" fmla="*/ 1475364 w 3898347"/>
              <a:gd name="connsiteY90" fmla="*/ 4248364 h 4296945"/>
              <a:gd name="connsiteX91" fmla="*/ 1457275 w 3898347"/>
              <a:gd name="connsiteY91" fmla="*/ 4252863 h 4296945"/>
              <a:gd name="connsiteX92" fmla="*/ 1448085 w 3898347"/>
              <a:gd name="connsiteY92" fmla="*/ 4248391 h 4296945"/>
              <a:gd name="connsiteX93" fmla="*/ 1315306 w 3898347"/>
              <a:gd name="connsiteY93" fmla="*/ 4237004 h 4296945"/>
              <a:gd name="connsiteX94" fmla="*/ 1272434 w 3898347"/>
              <a:gd name="connsiteY94" fmla="*/ 4244958 h 4296945"/>
              <a:gd name="connsiteX95" fmla="*/ 1231567 w 3898347"/>
              <a:gd name="connsiteY95" fmla="*/ 4219356 h 4296945"/>
              <a:gd name="connsiteX96" fmla="*/ 1216643 w 3898347"/>
              <a:gd name="connsiteY96" fmla="*/ 4229828 h 4296945"/>
              <a:gd name="connsiteX97" fmla="*/ 1214101 w 3898347"/>
              <a:gd name="connsiteY97" fmla="*/ 4231991 h 4296945"/>
              <a:gd name="connsiteX98" fmla="*/ 1203193 w 3898347"/>
              <a:gd name="connsiteY98" fmla="*/ 4232867 h 4296945"/>
              <a:gd name="connsiteX99" fmla="*/ 1201049 w 3898347"/>
              <a:gd name="connsiteY99" fmla="*/ 4242842 h 4296945"/>
              <a:gd name="connsiteX100" fmla="*/ 1185298 w 3898347"/>
              <a:gd name="connsiteY100" fmla="*/ 4251133 h 4296945"/>
              <a:gd name="connsiteX101" fmla="*/ 1164955 w 3898347"/>
              <a:gd name="connsiteY101" fmla="*/ 4250027 h 4296945"/>
              <a:gd name="connsiteX102" fmla="*/ 1067357 w 3898347"/>
              <a:gd name="connsiteY102" fmla="*/ 4233908 h 4296945"/>
              <a:gd name="connsiteX103" fmla="*/ 1009492 w 3898347"/>
              <a:gd name="connsiteY103" fmla="*/ 4230455 h 4296945"/>
              <a:gd name="connsiteX104" fmla="*/ 988345 w 3898347"/>
              <a:gd name="connsiteY104" fmla="*/ 4238880 h 4296945"/>
              <a:gd name="connsiteX105" fmla="*/ 958251 w 3898347"/>
              <a:gd name="connsiteY105" fmla="*/ 4244100 h 4296945"/>
              <a:gd name="connsiteX106" fmla="*/ 905785 w 3898347"/>
              <a:gd name="connsiteY106" fmla="*/ 4260845 h 4296945"/>
              <a:gd name="connsiteX107" fmla="*/ 834176 w 3898347"/>
              <a:gd name="connsiteY107" fmla="*/ 4270241 h 4296945"/>
              <a:gd name="connsiteX108" fmla="*/ 778474 w 3898347"/>
              <a:gd name="connsiteY108" fmla="*/ 4235526 h 4296945"/>
              <a:gd name="connsiteX109" fmla="*/ 774418 w 3898347"/>
              <a:gd name="connsiteY109" fmla="*/ 4242583 h 4296945"/>
              <a:gd name="connsiteX110" fmla="*/ 737705 w 3898347"/>
              <a:gd name="connsiteY110" fmla="*/ 4238891 h 4296945"/>
              <a:gd name="connsiteX111" fmla="*/ 605027 w 3898347"/>
              <a:gd name="connsiteY111" fmla="*/ 4175863 h 4296945"/>
              <a:gd name="connsiteX112" fmla="*/ 533391 w 3898347"/>
              <a:gd name="connsiteY112" fmla="*/ 4170035 h 4296945"/>
              <a:gd name="connsiteX113" fmla="*/ 508621 w 3898347"/>
              <a:gd name="connsiteY113" fmla="*/ 4176044 h 4296945"/>
              <a:gd name="connsiteX114" fmla="*/ 467082 w 3898347"/>
              <a:gd name="connsiteY114" fmla="*/ 4185616 h 4296945"/>
              <a:gd name="connsiteX115" fmla="*/ 437646 w 3898347"/>
              <a:gd name="connsiteY115" fmla="*/ 4212658 h 4296945"/>
              <a:gd name="connsiteX116" fmla="*/ 402271 w 3898347"/>
              <a:gd name="connsiteY116" fmla="*/ 4212774 h 4296945"/>
              <a:gd name="connsiteX117" fmla="*/ 391968 w 3898347"/>
              <a:gd name="connsiteY117" fmla="*/ 4187073 h 4296945"/>
              <a:gd name="connsiteX118" fmla="*/ 354806 w 3898347"/>
              <a:gd name="connsiteY118" fmla="*/ 4195545 h 4296945"/>
              <a:gd name="connsiteX119" fmla="*/ 298662 w 3898347"/>
              <a:gd name="connsiteY119" fmla="*/ 4211227 h 4296945"/>
              <a:gd name="connsiteX120" fmla="*/ 265740 w 3898347"/>
              <a:gd name="connsiteY120" fmla="*/ 4213623 h 4296945"/>
              <a:gd name="connsiteX121" fmla="*/ 176403 w 3898347"/>
              <a:gd name="connsiteY121" fmla="*/ 4227393 h 4296945"/>
              <a:gd name="connsiteX122" fmla="*/ 82528 w 3898347"/>
              <a:gd name="connsiteY122" fmla="*/ 4275540 h 4296945"/>
              <a:gd name="connsiteX123" fmla="*/ 5850 w 3898347"/>
              <a:gd name="connsiteY123" fmla="*/ 4296945 h 4296945"/>
              <a:gd name="connsiteX124" fmla="*/ 0 w 3898347"/>
              <a:gd name="connsiteY124" fmla="*/ 4221939 h 4296945"/>
              <a:gd name="connsiteX125" fmla="*/ 0 w 3898347"/>
              <a:gd name="connsiteY125" fmla="*/ 15850 h 4296945"/>
              <a:gd name="connsiteX126" fmla="*/ 3898347 w 3898347"/>
              <a:gd name="connsiteY126" fmla="*/ 0 h 4296945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83259 w 3898347"/>
              <a:gd name="connsiteY9" fmla="*/ 3825276 h 4275540"/>
              <a:gd name="connsiteX10" fmla="*/ 3729936 w 3898347"/>
              <a:gd name="connsiteY10" fmla="*/ 3815386 h 4275540"/>
              <a:gd name="connsiteX11" fmla="*/ 3726018 w 3898347"/>
              <a:gd name="connsiteY11" fmla="*/ 3815100 h 4275540"/>
              <a:gd name="connsiteX12" fmla="*/ 3725413 w 3898347"/>
              <a:gd name="connsiteY12" fmla="*/ 3814615 h 4275540"/>
              <a:gd name="connsiteX13" fmla="*/ 3713801 w 3898347"/>
              <a:gd name="connsiteY13" fmla="*/ 3811018 h 4275540"/>
              <a:gd name="connsiteX14" fmla="*/ 3709087 w 3898347"/>
              <a:gd name="connsiteY14" fmla="*/ 3813195 h 4275540"/>
              <a:gd name="connsiteX15" fmla="*/ 3698038 w 3898347"/>
              <a:gd name="connsiteY15" fmla="*/ 3806182 h 4275540"/>
              <a:gd name="connsiteX16" fmla="*/ 3662227 w 3898347"/>
              <a:gd name="connsiteY16" fmla="*/ 3807761 h 4275540"/>
              <a:gd name="connsiteX17" fmla="*/ 3659872 w 3898347"/>
              <a:gd name="connsiteY17" fmla="*/ 3805524 h 4275540"/>
              <a:gd name="connsiteX18" fmla="*/ 3643454 w 3898347"/>
              <a:gd name="connsiteY18" fmla="*/ 3794831 h 4275540"/>
              <a:gd name="connsiteX19" fmla="*/ 3624789 w 3898347"/>
              <a:gd name="connsiteY19" fmla="*/ 3803185 h 4275540"/>
              <a:gd name="connsiteX20" fmla="*/ 3602327 w 3898347"/>
              <a:gd name="connsiteY20" fmla="*/ 3794616 h 4275540"/>
              <a:gd name="connsiteX21" fmla="*/ 3596645 w 3898347"/>
              <a:gd name="connsiteY21" fmla="*/ 3797108 h 4275540"/>
              <a:gd name="connsiteX22" fmla="*/ 3574144 w 3898347"/>
              <a:gd name="connsiteY22" fmla="*/ 3795108 h 4275540"/>
              <a:gd name="connsiteX23" fmla="*/ 3562310 w 3898347"/>
              <a:gd name="connsiteY23" fmla="*/ 3787534 h 4275540"/>
              <a:gd name="connsiteX24" fmla="*/ 3551635 w 3898347"/>
              <a:gd name="connsiteY24" fmla="*/ 3797705 h 4275540"/>
              <a:gd name="connsiteX25" fmla="*/ 3550175 w 3898347"/>
              <a:gd name="connsiteY25" fmla="*/ 3803199 h 4275540"/>
              <a:gd name="connsiteX26" fmla="*/ 3542668 w 3898347"/>
              <a:gd name="connsiteY26" fmla="*/ 3803283 h 4275540"/>
              <a:gd name="connsiteX27" fmla="*/ 3533033 w 3898347"/>
              <a:gd name="connsiteY27" fmla="*/ 3799071 h 4275540"/>
              <a:gd name="connsiteX28" fmla="*/ 3521726 w 3898347"/>
              <a:gd name="connsiteY28" fmla="*/ 3804691 h 4275540"/>
              <a:gd name="connsiteX29" fmla="*/ 3520080 w 3898347"/>
              <a:gd name="connsiteY29" fmla="*/ 3805210 h 4275540"/>
              <a:gd name="connsiteX30" fmla="*/ 3508491 w 3898347"/>
              <a:gd name="connsiteY30" fmla="*/ 3797398 h 4275540"/>
              <a:gd name="connsiteX31" fmla="*/ 3503787 w 3898347"/>
              <a:gd name="connsiteY31" fmla="*/ 3797787 h 4275540"/>
              <a:gd name="connsiteX32" fmla="*/ 3492165 w 3898347"/>
              <a:gd name="connsiteY32" fmla="*/ 3799887 h 4275540"/>
              <a:gd name="connsiteX33" fmla="*/ 3472233 w 3898347"/>
              <a:gd name="connsiteY33" fmla="*/ 3805682 h 4275540"/>
              <a:gd name="connsiteX34" fmla="*/ 3465921 w 3898347"/>
              <a:gd name="connsiteY34" fmla="*/ 3805814 h 4275540"/>
              <a:gd name="connsiteX35" fmla="*/ 3455541 w 3898347"/>
              <a:gd name="connsiteY35" fmla="*/ 3815505 h 4275540"/>
              <a:gd name="connsiteX36" fmla="*/ 3429027 w 3898347"/>
              <a:gd name="connsiteY36" fmla="*/ 3816906 h 4275540"/>
              <a:gd name="connsiteX37" fmla="*/ 3369507 w 3898347"/>
              <a:gd name="connsiteY37" fmla="*/ 3825563 h 4275540"/>
              <a:gd name="connsiteX38" fmla="*/ 3324491 w 3898347"/>
              <a:gd name="connsiteY38" fmla="*/ 3832006 h 4275540"/>
              <a:gd name="connsiteX39" fmla="*/ 3244235 w 3898347"/>
              <a:gd name="connsiteY39" fmla="*/ 3834376 h 4275540"/>
              <a:gd name="connsiteX40" fmla="*/ 3226507 w 3898347"/>
              <a:gd name="connsiteY40" fmla="*/ 3820131 h 4275540"/>
              <a:gd name="connsiteX41" fmla="*/ 3191688 w 3898347"/>
              <a:gd name="connsiteY41" fmla="*/ 3837359 h 4275540"/>
              <a:gd name="connsiteX42" fmla="*/ 3185553 w 3898347"/>
              <a:gd name="connsiteY42" fmla="*/ 3859030 h 4275540"/>
              <a:gd name="connsiteX43" fmla="*/ 3137926 w 3898347"/>
              <a:gd name="connsiteY43" fmla="*/ 3867782 h 4275540"/>
              <a:gd name="connsiteX44" fmla="*/ 3090188 w 3898347"/>
              <a:gd name="connsiteY44" fmla="*/ 3855036 h 4275540"/>
              <a:gd name="connsiteX45" fmla="*/ 3031422 w 3898347"/>
              <a:gd name="connsiteY45" fmla="*/ 3858298 h 4275540"/>
              <a:gd name="connsiteX46" fmla="*/ 2996288 w 3898347"/>
              <a:gd name="connsiteY46" fmla="*/ 3860020 h 4275540"/>
              <a:gd name="connsiteX47" fmla="*/ 2901661 w 3898347"/>
              <a:gd name="connsiteY47" fmla="*/ 3882243 h 4275540"/>
              <a:gd name="connsiteX48" fmla="*/ 2782141 w 3898347"/>
              <a:gd name="connsiteY48" fmla="*/ 3932983 h 4275540"/>
              <a:gd name="connsiteX49" fmla="*/ 2749597 w 3898347"/>
              <a:gd name="connsiteY49" fmla="*/ 3956746 h 4275540"/>
              <a:gd name="connsiteX50" fmla="*/ 2730493 w 3898347"/>
              <a:gd name="connsiteY50" fmla="*/ 3955236 h 4275540"/>
              <a:gd name="connsiteX51" fmla="*/ 2707507 w 3898347"/>
              <a:gd name="connsiteY51" fmla="*/ 3947771 h 4275540"/>
              <a:gd name="connsiteX52" fmla="*/ 2701937 w 3898347"/>
              <a:gd name="connsiteY52" fmla="*/ 3950565 h 4275540"/>
              <a:gd name="connsiteX53" fmla="*/ 2679435 w 3898347"/>
              <a:gd name="connsiteY53" fmla="*/ 3949768 h 4275540"/>
              <a:gd name="connsiteX54" fmla="*/ 2667352 w 3898347"/>
              <a:gd name="connsiteY54" fmla="*/ 3942821 h 4275540"/>
              <a:gd name="connsiteX55" fmla="*/ 2657096 w 3898347"/>
              <a:gd name="connsiteY55" fmla="*/ 3953571 h 4275540"/>
              <a:gd name="connsiteX56" fmla="*/ 2655161 w 3898347"/>
              <a:gd name="connsiteY56" fmla="*/ 3962216 h 4275540"/>
              <a:gd name="connsiteX57" fmla="*/ 2638604 w 3898347"/>
              <a:gd name="connsiteY57" fmla="*/ 3955936 h 4275540"/>
              <a:gd name="connsiteX58" fmla="*/ 2626185 w 3898347"/>
              <a:gd name="connsiteY58" fmla="*/ 3962937 h 4275540"/>
              <a:gd name="connsiteX59" fmla="*/ 2614077 w 3898347"/>
              <a:gd name="connsiteY59" fmla="*/ 3955576 h 4275540"/>
              <a:gd name="connsiteX60" fmla="*/ 2609403 w 3898347"/>
              <a:gd name="connsiteY60" fmla="*/ 3956215 h 4275540"/>
              <a:gd name="connsiteX61" fmla="*/ 2597896 w 3898347"/>
              <a:gd name="connsiteY61" fmla="*/ 3958939 h 4275540"/>
              <a:gd name="connsiteX62" fmla="*/ 2578251 w 3898347"/>
              <a:gd name="connsiteY62" fmla="*/ 3965812 h 4275540"/>
              <a:gd name="connsiteX63" fmla="*/ 2571961 w 3898347"/>
              <a:gd name="connsiteY63" fmla="*/ 3966278 h 4275540"/>
              <a:gd name="connsiteX64" fmla="*/ 2559399 w 3898347"/>
              <a:gd name="connsiteY64" fmla="*/ 3979193 h 4275540"/>
              <a:gd name="connsiteX65" fmla="*/ 2533560 w 3898347"/>
              <a:gd name="connsiteY65" fmla="*/ 3988160 h 4275540"/>
              <a:gd name="connsiteX66" fmla="*/ 2515299 w 3898347"/>
              <a:gd name="connsiteY66" fmla="*/ 4016867 h 4275540"/>
              <a:gd name="connsiteX67" fmla="*/ 2513423 w 3898347"/>
              <a:gd name="connsiteY67" fmla="*/ 4018759 h 4275540"/>
              <a:gd name="connsiteX68" fmla="*/ 2482991 w 3898347"/>
              <a:gd name="connsiteY68" fmla="*/ 4012935 h 4275540"/>
              <a:gd name="connsiteX69" fmla="*/ 2446940 w 3898347"/>
              <a:gd name="connsiteY69" fmla="*/ 4021172 h 4275540"/>
              <a:gd name="connsiteX70" fmla="*/ 2404883 w 3898347"/>
              <a:gd name="connsiteY70" fmla="*/ 4024808 h 4275540"/>
              <a:gd name="connsiteX71" fmla="*/ 2373894 w 3898347"/>
              <a:gd name="connsiteY71" fmla="*/ 4023827 h 4275540"/>
              <a:gd name="connsiteX72" fmla="*/ 2297080 w 3898347"/>
              <a:gd name="connsiteY72" fmla="*/ 4040841 h 4275540"/>
              <a:gd name="connsiteX73" fmla="*/ 2170615 w 3898347"/>
              <a:gd name="connsiteY73" fmla="*/ 4077196 h 4275540"/>
              <a:gd name="connsiteX74" fmla="*/ 2143580 w 3898347"/>
              <a:gd name="connsiteY74" fmla="*/ 4083102 h 4275540"/>
              <a:gd name="connsiteX75" fmla="*/ 2119893 w 3898347"/>
              <a:gd name="connsiteY75" fmla="*/ 4080874 h 4275540"/>
              <a:gd name="connsiteX76" fmla="*/ 2114008 w 3898347"/>
              <a:gd name="connsiteY76" fmla="*/ 4073996 h 4275540"/>
              <a:gd name="connsiteX77" fmla="*/ 2099067 w 3898347"/>
              <a:gd name="connsiteY77" fmla="*/ 4076068 h 4275540"/>
              <a:gd name="connsiteX78" fmla="*/ 2095000 w 3898347"/>
              <a:gd name="connsiteY78" fmla="*/ 4075096 h 4275540"/>
              <a:gd name="connsiteX79" fmla="*/ 2071767 w 3898347"/>
              <a:gd name="connsiteY79" fmla="*/ 4071044 h 4275540"/>
              <a:gd name="connsiteX80" fmla="*/ 2024486 w 3898347"/>
              <a:gd name="connsiteY80" fmla="*/ 4100276 h 4275540"/>
              <a:gd name="connsiteX81" fmla="*/ 1964411 w 3898347"/>
              <a:gd name="connsiteY81" fmla="*/ 4105069 h 4275540"/>
              <a:gd name="connsiteX82" fmla="*/ 1739945 w 3898347"/>
              <a:gd name="connsiteY82" fmla="*/ 4171795 h 4275540"/>
              <a:gd name="connsiteX83" fmla="*/ 1610556 w 3898347"/>
              <a:gd name="connsiteY83" fmla="*/ 4167701 h 4275540"/>
              <a:gd name="connsiteX84" fmla="*/ 1553623 w 3898347"/>
              <a:gd name="connsiteY84" fmla="*/ 4236045 h 4275540"/>
              <a:gd name="connsiteX85" fmla="*/ 1548640 w 3898347"/>
              <a:gd name="connsiteY85" fmla="*/ 4238297 h 4275540"/>
              <a:gd name="connsiteX86" fmla="*/ 1530136 w 3898347"/>
              <a:gd name="connsiteY86" fmla="*/ 4227121 h 4275540"/>
              <a:gd name="connsiteX87" fmla="*/ 1508787 w 3898347"/>
              <a:gd name="connsiteY87" fmla="*/ 4234213 h 4275540"/>
              <a:gd name="connsiteX88" fmla="*/ 1488914 w 3898347"/>
              <a:gd name="connsiteY88" fmla="*/ 4241772 h 4275540"/>
              <a:gd name="connsiteX89" fmla="*/ 1488999 w 3898347"/>
              <a:gd name="connsiteY89" fmla="*/ 4251186 h 4275540"/>
              <a:gd name="connsiteX90" fmla="*/ 1475364 w 3898347"/>
              <a:gd name="connsiteY90" fmla="*/ 4248364 h 4275540"/>
              <a:gd name="connsiteX91" fmla="*/ 1457275 w 3898347"/>
              <a:gd name="connsiteY91" fmla="*/ 4252863 h 4275540"/>
              <a:gd name="connsiteX92" fmla="*/ 1448085 w 3898347"/>
              <a:gd name="connsiteY92" fmla="*/ 4248391 h 4275540"/>
              <a:gd name="connsiteX93" fmla="*/ 1315306 w 3898347"/>
              <a:gd name="connsiteY93" fmla="*/ 4237004 h 4275540"/>
              <a:gd name="connsiteX94" fmla="*/ 1272434 w 3898347"/>
              <a:gd name="connsiteY94" fmla="*/ 4244958 h 4275540"/>
              <a:gd name="connsiteX95" fmla="*/ 1231567 w 3898347"/>
              <a:gd name="connsiteY95" fmla="*/ 4219356 h 4275540"/>
              <a:gd name="connsiteX96" fmla="*/ 1216643 w 3898347"/>
              <a:gd name="connsiteY96" fmla="*/ 4229828 h 4275540"/>
              <a:gd name="connsiteX97" fmla="*/ 1214101 w 3898347"/>
              <a:gd name="connsiteY97" fmla="*/ 4231991 h 4275540"/>
              <a:gd name="connsiteX98" fmla="*/ 1203193 w 3898347"/>
              <a:gd name="connsiteY98" fmla="*/ 4232867 h 4275540"/>
              <a:gd name="connsiteX99" fmla="*/ 1201049 w 3898347"/>
              <a:gd name="connsiteY99" fmla="*/ 4242842 h 4275540"/>
              <a:gd name="connsiteX100" fmla="*/ 1185298 w 3898347"/>
              <a:gd name="connsiteY100" fmla="*/ 4251133 h 4275540"/>
              <a:gd name="connsiteX101" fmla="*/ 1164955 w 3898347"/>
              <a:gd name="connsiteY101" fmla="*/ 4250027 h 4275540"/>
              <a:gd name="connsiteX102" fmla="*/ 1067357 w 3898347"/>
              <a:gd name="connsiteY102" fmla="*/ 4233908 h 4275540"/>
              <a:gd name="connsiteX103" fmla="*/ 1009492 w 3898347"/>
              <a:gd name="connsiteY103" fmla="*/ 4230455 h 4275540"/>
              <a:gd name="connsiteX104" fmla="*/ 988345 w 3898347"/>
              <a:gd name="connsiteY104" fmla="*/ 4238880 h 4275540"/>
              <a:gd name="connsiteX105" fmla="*/ 958251 w 3898347"/>
              <a:gd name="connsiteY105" fmla="*/ 4244100 h 4275540"/>
              <a:gd name="connsiteX106" fmla="*/ 905785 w 3898347"/>
              <a:gd name="connsiteY106" fmla="*/ 4260845 h 4275540"/>
              <a:gd name="connsiteX107" fmla="*/ 834176 w 3898347"/>
              <a:gd name="connsiteY107" fmla="*/ 4270241 h 4275540"/>
              <a:gd name="connsiteX108" fmla="*/ 778474 w 3898347"/>
              <a:gd name="connsiteY108" fmla="*/ 4235526 h 4275540"/>
              <a:gd name="connsiteX109" fmla="*/ 774418 w 3898347"/>
              <a:gd name="connsiteY109" fmla="*/ 4242583 h 4275540"/>
              <a:gd name="connsiteX110" fmla="*/ 737705 w 3898347"/>
              <a:gd name="connsiteY110" fmla="*/ 4238891 h 4275540"/>
              <a:gd name="connsiteX111" fmla="*/ 605027 w 3898347"/>
              <a:gd name="connsiteY111" fmla="*/ 4175863 h 4275540"/>
              <a:gd name="connsiteX112" fmla="*/ 533391 w 3898347"/>
              <a:gd name="connsiteY112" fmla="*/ 4170035 h 4275540"/>
              <a:gd name="connsiteX113" fmla="*/ 508621 w 3898347"/>
              <a:gd name="connsiteY113" fmla="*/ 4176044 h 4275540"/>
              <a:gd name="connsiteX114" fmla="*/ 467082 w 3898347"/>
              <a:gd name="connsiteY114" fmla="*/ 4185616 h 4275540"/>
              <a:gd name="connsiteX115" fmla="*/ 437646 w 3898347"/>
              <a:gd name="connsiteY115" fmla="*/ 4212658 h 4275540"/>
              <a:gd name="connsiteX116" fmla="*/ 402271 w 3898347"/>
              <a:gd name="connsiteY116" fmla="*/ 4212774 h 4275540"/>
              <a:gd name="connsiteX117" fmla="*/ 391968 w 3898347"/>
              <a:gd name="connsiteY117" fmla="*/ 4187073 h 4275540"/>
              <a:gd name="connsiteX118" fmla="*/ 354806 w 3898347"/>
              <a:gd name="connsiteY118" fmla="*/ 4195545 h 4275540"/>
              <a:gd name="connsiteX119" fmla="*/ 298662 w 3898347"/>
              <a:gd name="connsiteY119" fmla="*/ 4211227 h 4275540"/>
              <a:gd name="connsiteX120" fmla="*/ 265740 w 3898347"/>
              <a:gd name="connsiteY120" fmla="*/ 4213623 h 4275540"/>
              <a:gd name="connsiteX121" fmla="*/ 176403 w 3898347"/>
              <a:gd name="connsiteY121" fmla="*/ 4227393 h 4275540"/>
              <a:gd name="connsiteX122" fmla="*/ 82528 w 3898347"/>
              <a:gd name="connsiteY122" fmla="*/ 4275540 h 4275540"/>
              <a:gd name="connsiteX123" fmla="*/ 19464 w 3898347"/>
              <a:gd name="connsiteY123" fmla="*/ 4256103 h 4275540"/>
              <a:gd name="connsiteX124" fmla="*/ 0 w 3898347"/>
              <a:gd name="connsiteY124" fmla="*/ 4221939 h 4275540"/>
              <a:gd name="connsiteX125" fmla="*/ 0 w 3898347"/>
              <a:gd name="connsiteY125" fmla="*/ 15850 h 4275540"/>
              <a:gd name="connsiteX126" fmla="*/ 3898347 w 3898347"/>
              <a:gd name="connsiteY126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50175 w 3898347"/>
              <a:gd name="connsiteY24" fmla="*/ 3803199 h 4275540"/>
              <a:gd name="connsiteX25" fmla="*/ 3542668 w 3898347"/>
              <a:gd name="connsiteY25" fmla="*/ 3803283 h 4275540"/>
              <a:gd name="connsiteX26" fmla="*/ 3533033 w 3898347"/>
              <a:gd name="connsiteY26" fmla="*/ 3799071 h 4275540"/>
              <a:gd name="connsiteX27" fmla="*/ 3521726 w 3898347"/>
              <a:gd name="connsiteY27" fmla="*/ 3804691 h 4275540"/>
              <a:gd name="connsiteX28" fmla="*/ 3520080 w 3898347"/>
              <a:gd name="connsiteY28" fmla="*/ 3805210 h 4275540"/>
              <a:gd name="connsiteX29" fmla="*/ 3508491 w 3898347"/>
              <a:gd name="connsiteY29" fmla="*/ 3797398 h 4275540"/>
              <a:gd name="connsiteX30" fmla="*/ 3503787 w 3898347"/>
              <a:gd name="connsiteY30" fmla="*/ 3797787 h 4275540"/>
              <a:gd name="connsiteX31" fmla="*/ 3492165 w 3898347"/>
              <a:gd name="connsiteY31" fmla="*/ 3799887 h 4275540"/>
              <a:gd name="connsiteX32" fmla="*/ 3472233 w 3898347"/>
              <a:gd name="connsiteY32" fmla="*/ 3805682 h 4275540"/>
              <a:gd name="connsiteX33" fmla="*/ 3465921 w 3898347"/>
              <a:gd name="connsiteY33" fmla="*/ 3805814 h 4275540"/>
              <a:gd name="connsiteX34" fmla="*/ 3455541 w 3898347"/>
              <a:gd name="connsiteY34" fmla="*/ 3815505 h 4275540"/>
              <a:gd name="connsiteX35" fmla="*/ 3429027 w 3898347"/>
              <a:gd name="connsiteY35" fmla="*/ 3816906 h 4275540"/>
              <a:gd name="connsiteX36" fmla="*/ 3369507 w 3898347"/>
              <a:gd name="connsiteY36" fmla="*/ 3825563 h 4275540"/>
              <a:gd name="connsiteX37" fmla="*/ 3324491 w 3898347"/>
              <a:gd name="connsiteY37" fmla="*/ 3832006 h 4275540"/>
              <a:gd name="connsiteX38" fmla="*/ 3244235 w 3898347"/>
              <a:gd name="connsiteY38" fmla="*/ 3834376 h 4275540"/>
              <a:gd name="connsiteX39" fmla="*/ 3226507 w 3898347"/>
              <a:gd name="connsiteY39" fmla="*/ 3820131 h 4275540"/>
              <a:gd name="connsiteX40" fmla="*/ 3191688 w 3898347"/>
              <a:gd name="connsiteY40" fmla="*/ 3837359 h 4275540"/>
              <a:gd name="connsiteX41" fmla="*/ 3185553 w 3898347"/>
              <a:gd name="connsiteY41" fmla="*/ 3859030 h 4275540"/>
              <a:gd name="connsiteX42" fmla="*/ 3137926 w 3898347"/>
              <a:gd name="connsiteY42" fmla="*/ 3867782 h 4275540"/>
              <a:gd name="connsiteX43" fmla="*/ 3090188 w 3898347"/>
              <a:gd name="connsiteY43" fmla="*/ 3855036 h 4275540"/>
              <a:gd name="connsiteX44" fmla="*/ 3031422 w 3898347"/>
              <a:gd name="connsiteY44" fmla="*/ 3858298 h 4275540"/>
              <a:gd name="connsiteX45" fmla="*/ 2996288 w 3898347"/>
              <a:gd name="connsiteY45" fmla="*/ 3860020 h 4275540"/>
              <a:gd name="connsiteX46" fmla="*/ 2901661 w 3898347"/>
              <a:gd name="connsiteY46" fmla="*/ 3882243 h 4275540"/>
              <a:gd name="connsiteX47" fmla="*/ 2782141 w 3898347"/>
              <a:gd name="connsiteY47" fmla="*/ 3932983 h 4275540"/>
              <a:gd name="connsiteX48" fmla="*/ 2749597 w 3898347"/>
              <a:gd name="connsiteY48" fmla="*/ 3956746 h 4275540"/>
              <a:gd name="connsiteX49" fmla="*/ 2730493 w 3898347"/>
              <a:gd name="connsiteY49" fmla="*/ 3955236 h 4275540"/>
              <a:gd name="connsiteX50" fmla="*/ 2707507 w 3898347"/>
              <a:gd name="connsiteY50" fmla="*/ 3947771 h 4275540"/>
              <a:gd name="connsiteX51" fmla="*/ 2701937 w 3898347"/>
              <a:gd name="connsiteY51" fmla="*/ 3950565 h 4275540"/>
              <a:gd name="connsiteX52" fmla="*/ 2679435 w 3898347"/>
              <a:gd name="connsiteY52" fmla="*/ 3949768 h 4275540"/>
              <a:gd name="connsiteX53" fmla="*/ 2667352 w 3898347"/>
              <a:gd name="connsiteY53" fmla="*/ 3942821 h 4275540"/>
              <a:gd name="connsiteX54" fmla="*/ 2657096 w 3898347"/>
              <a:gd name="connsiteY54" fmla="*/ 3953571 h 4275540"/>
              <a:gd name="connsiteX55" fmla="*/ 2655161 w 3898347"/>
              <a:gd name="connsiteY55" fmla="*/ 3962216 h 4275540"/>
              <a:gd name="connsiteX56" fmla="*/ 2638604 w 3898347"/>
              <a:gd name="connsiteY56" fmla="*/ 3955936 h 4275540"/>
              <a:gd name="connsiteX57" fmla="*/ 2626185 w 3898347"/>
              <a:gd name="connsiteY57" fmla="*/ 3962937 h 4275540"/>
              <a:gd name="connsiteX58" fmla="*/ 2614077 w 3898347"/>
              <a:gd name="connsiteY58" fmla="*/ 3955576 h 4275540"/>
              <a:gd name="connsiteX59" fmla="*/ 2609403 w 3898347"/>
              <a:gd name="connsiteY59" fmla="*/ 3956215 h 4275540"/>
              <a:gd name="connsiteX60" fmla="*/ 2597896 w 3898347"/>
              <a:gd name="connsiteY60" fmla="*/ 3958939 h 4275540"/>
              <a:gd name="connsiteX61" fmla="*/ 2578251 w 3898347"/>
              <a:gd name="connsiteY61" fmla="*/ 3965812 h 4275540"/>
              <a:gd name="connsiteX62" fmla="*/ 2571961 w 3898347"/>
              <a:gd name="connsiteY62" fmla="*/ 3966278 h 4275540"/>
              <a:gd name="connsiteX63" fmla="*/ 2559399 w 3898347"/>
              <a:gd name="connsiteY63" fmla="*/ 3979193 h 4275540"/>
              <a:gd name="connsiteX64" fmla="*/ 2533560 w 3898347"/>
              <a:gd name="connsiteY64" fmla="*/ 3988160 h 4275540"/>
              <a:gd name="connsiteX65" fmla="*/ 2515299 w 3898347"/>
              <a:gd name="connsiteY65" fmla="*/ 4016867 h 4275540"/>
              <a:gd name="connsiteX66" fmla="*/ 2513423 w 3898347"/>
              <a:gd name="connsiteY66" fmla="*/ 4018759 h 4275540"/>
              <a:gd name="connsiteX67" fmla="*/ 2482991 w 3898347"/>
              <a:gd name="connsiteY67" fmla="*/ 4012935 h 4275540"/>
              <a:gd name="connsiteX68" fmla="*/ 2446940 w 3898347"/>
              <a:gd name="connsiteY68" fmla="*/ 4021172 h 4275540"/>
              <a:gd name="connsiteX69" fmla="*/ 2404883 w 3898347"/>
              <a:gd name="connsiteY69" fmla="*/ 4024808 h 4275540"/>
              <a:gd name="connsiteX70" fmla="*/ 2373894 w 3898347"/>
              <a:gd name="connsiteY70" fmla="*/ 4023827 h 4275540"/>
              <a:gd name="connsiteX71" fmla="*/ 2297080 w 3898347"/>
              <a:gd name="connsiteY71" fmla="*/ 4040841 h 4275540"/>
              <a:gd name="connsiteX72" fmla="*/ 2170615 w 3898347"/>
              <a:gd name="connsiteY72" fmla="*/ 4077196 h 4275540"/>
              <a:gd name="connsiteX73" fmla="*/ 2143580 w 3898347"/>
              <a:gd name="connsiteY73" fmla="*/ 4083102 h 4275540"/>
              <a:gd name="connsiteX74" fmla="*/ 2119893 w 3898347"/>
              <a:gd name="connsiteY74" fmla="*/ 4080874 h 4275540"/>
              <a:gd name="connsiteX75" fmla="*/ 2114008 w 3898347"/>
              <a:gd name="connsiteY75" fmla="*/ 4073996 h 4275540"/>
              <a:gd name="connsiteX76" fmla="*/ 2099067 w 3898347"/>
              <a:gd name="connsiteY76" fmla="*/ 4076068 h 4275540"/>
              <a:gd name="connsiteX77" fmla="*/ 2095000 w 3898347"/>
              <a:gd name="connsiteY77" fmla="*/ 4075096 h 4275540"/>
              <a:gd name="connsiteX78" fmla="*/ 2071767 w 3898347"/>
              <a:gd name="connsiteY78" fmla="*/ 4071044 h 4275540"/>
              <a:gd name="connsiteX79" fmla="*/ 2024486 w 3898347"/>
              <a:gd name="connsiteY79" fmla="*/ 4100276 h 4275540"/>
              <a:gd name="connsiteX80" fmla="*/ 1964411 w 3898347"/>
              <a:gd name="connsiteY80" fmla="*/ 4105069 h 4275540"/>
              <a:gd name="connsiteX81" fmla="*/ 1739945 w 3898347"/>
              <a:gd name="connsiteY81" fmla="*/ 4171795 h 4275540"/>
              <a:gd name="connsiteX82" fmla="*/ 1610556 w 3898347"/>
              <a:gd name="connsiteY82" fmla="*/ 4167701 h 4275540"/>
              <a:gd name="connsiteX83" fmla="*/ 1553623 w 3898347"/>
              <a:gd name="connsiteY83" fmla="*/ 4236045 h 4275540"/>
              <a:gd name="connsiteX84" fmla="*/ 1548640 w 3898347"/>
              <a:gd name="connsiteY84" fmla="*/ 4238297 h 4275540"/>
              <a:gd name="connsiteX85" fmla="*/ 1530136 w 3898347"/>
              <a:gd name="connsiteY85" fmla="*/ 4227121 h 4275540"/>
              <a:gd name="connsiteX86" fmla="*/ 1508787 w 3898347"/>
              <a:gd name="connsiteY86" fmla="*/ 4234213 h 4275540"/>
              <a:gd name="connsiteX87" fmla="*/ 1488914 w 3898347"/>
              <a:gd name="connsiteY87" fmla="*/ 4241772 h 4275540"/>
              <a:gd name="connsiteX88" fmla="*/ 1488999 w 3898347"/>
              <a:gd name="connsiteY88" fmla="*/ 4251186 h 4275540"/>
              <a:gd name="connsiteX89" fmla="*/ 1475364 w 3898347"/>
              <a:gd name="connsiteY89" fmla="*/ 4248364 h 4275540"/>
              <a:gd name="connsiteX90" fmla="*/ 1457275 w 3898347"/>
              <a:gd name="connsiteY90" fmla="*/ 4252863 h 4275540"/>
              <a:gd name="connsiteX91" fmla="*/ 1448085 w 3898347"/>
              <a:gd name="connsiteY91" fmla="*/ 4248391 h 4275540"/>
              <a:gd name="connsiteX92" fmla="*/ 1315306 w 3898347"/>
              <a:gd name="connsiteY92" fmla="*/ 4237004 h 4275540"/>
              <a:gd name="connsiteX93" fmla="*/ 1272434 w 3898347"/>
              <a:gd name="connsiteY93" fmla="*/ 4244958 h 4275540"/>
              <a:gd name="connsiteX94" fmla="*/ 1231567 w 3898347"/>
              <a:gd name="connsiteY94" fmla="*/ 4219356 h 4275540"/>
              <a:gd name="connsiteX95" fmla="*/ 1216643 w 3898347"/>
              <a:gd name="connsiteY95" fmla="*/ 4229828 h 4275540"/>
              <a:gd name="connsiteX96" fmla="*/ 1214101 w 3898347"/>
              <a:gd name="connsiteY96" fmla="*/ 4231991 h 4275540"/>
              <a:gd name="connsiteX97" fmla="*/ 1203193 w 3898347"/>
              <a:gd name="connsiteY97" fmla="*/ 4232867 h 4275540"/>
              <a:gd name="connsiteX98" fmla="*/ 1201049 w 3898347"/>
              <a:gd name="connsiteY98" fmla="*/ 4242842 h 4275540"/>
              <a:gd name="connsiteX99" fmla="*/ 1185298 w 3898347"/>
              <a:gd name="connsiteY99" fmla="*/ 4251133 h 4275540"/>
              <a:gd name="connsiteX100" fmla="*/ 1164955 w 3898347"/>
              <a:gd name="connsiteY100" fmla="*/ 4250027 h 4275540"/>
              <a:gd name="connsiteX101" fmla="*/ 1067357 w 3898347"/>
              <a:gd name="connsiteY101" fmla="*/ 4233908 h 4275540"/>
              <a:gd name="connsiteX102" fmla="*/ 1009492 w 3898347"/>
              <a:gd name="connsiteY102" fmla="*/ 4230455 h 4275540"/>
              <a:gd name="connsiteX103" fmla="*/ 988345 w 3898347"/>
              <a:gd name="connsiteY103" fmla="*/ 4238880 h 4275540"/>
              <a:gd name="connsiteX104" fmla="*/ 958251 w 3898347"/>
              <a:gd name="connsiteY104" fmla="*/ 4244100 h 4275540"/>
              <a:gd name="connsiteX105" fmla="*/ 905785 w 3898347"/>
              <a:gd name="connsiteY105" fmla="*/ 4260845 h 4275540"/>
              <a:gd name="connsiteX106" fmla="*/ 834176 w 3898347"/>
              <a:gd name="connsiteY106" fmla="*/ 4270241 h 4275540"/>
              <a:gd name="connsiteX107" fmla="*/ 778474 w 3898347"/>
              <a:gd name="connsiteY107" fmla="*/ 4235526 h 4275540"/>
              <a:gd name="connsiteX108" fmla="*/ 774418 w 3898347"/>
              <a:gd name="connsiteY108" fmla="*/ 4242583 h 4275540"/>
              <a:gd name="connsiteX109" fmla="*/ 737705 w 3898347"/>
              <a:gd name="connsiteY109" fmla="*/ 4238891 h 4275540"/>
              <a:gd name="connsiteX110" fmla="*/ 605027 w 3898347"/>
              <a:gd name="connsiteY110" fmla="*/ 4175863 h 4275540"/>
              <a:gd name="connsiteX111" fmla="*/ 533391 w 3898347"/>
              <a:gd name="connsiteY111" fmla="*/ 4170035 h 4275540"/>
              <a:gd name="connsiteX112" fmla="*/ 508621 w 3898347"/>
              <a:gd name="connsiteY112" fmla="*/ 4176044 h 4275540"/>
              <a:gd name="connsiteX113" fmla="*/ 467082 w 3898347"/>
              <a:gd name="connsiteY113" fmla="*/ 4185616 h 4275540"/>
              <a:gd name="connsiteX114" fmla="*/ 437646 w 3898347"/>
              <a:gd name="connsiteY114" fmla="*/ 4212658 h 4275540"/>
              <a:gd name="connsiteX115" fmla="*/ 402271 w 3898347"/>
              <a:gd name="connsiteY115" fmla="*/ 4212774 h 4275540"/>
              <a:gd name="connsiteX116" fmla="*/ 391968 w 3898347"/>
              <a:gd name="connsiteY116" fmla="*/ 4187073 h 4275540"/>
              <a:gd name="connsiteX117" fmla="*/ 354806 w 3898347"/>
              <a:gd name="connsiteY117" fmla="*/ 4195545 h 4275540"/>
              <a:gd name="connsiteX118" fmla="*/ 298662 w 3898347"/>
              <a:gd name="connsiteY118" fmla="*/ 4211227 h 4275540"/>
              <a:gd name="connsiteX119" fmla="*/ 265740 w 3898347"/>
              <a:gd name="connsiteY119" fmla="*/ 4213623 h 4275540"/>
              <a:gd name="connsiteX120" fmla="*/ 176403 w 3898347"/>
              <a:gd name="connsiteY120" fmla="*/ 4227393 h 4275540"/>
              <a:gd name="connsiteX121" fmla="*/ 82528 w 3898347"/>
              <a:gd name="connsiteY121" fmla="*/ 4275540 h 4275540"/>
              <a:gd name="connsiteX122" fmla="*/ 19464 w 3898347"/>
              <a:gd name="connsiteY122" fmla="*/ 4256103 h 4275540"/>
              <a:gd name="connsiteX123" fmla="*/ 0 w 3898347"/>
              <a:gd name="connsiteY123" fmla="*/ 4221939 h 4275540"/>
              <a:gd name="connsiteX124" fmla="*/ 0 w 3898347"/>
              <a:gd name="connsiteY124" fmla="*/ 15850 h 4275540"/>
              <a:gd name="connsiteX125" fmla="*/ 3898347 w 3898347"/>
              <a:gd name="connsiteY125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137926 w 3898347"/>
              <a:gd name="connsiteY41" fmla="*/ 3867782 h 4275540"/>
              <a:gd name="connsiteX42" fmla="*/ 3090188 w 3898347"/>
              <a:gd name="connsiteY42" fmla="*/ 3855036 h 4275540"/>
              <a:gd name="connsiteX43" fmla="*/ 3031422 w 3898347"/>
              <a:gd name="connsiteY43" fmla="*/ 3858298 h 4275540"/>
              <a:gd name="connsiteX44" fmla="*/ 2996288 w 3898347"/>
              <a:gd name="connsiteY44" fmla="*/ 3860020 h 4275540"/>
              <a:gd name="connsiteX45" fmla="*/ 2901661 w 3898347"/>
              <a:gd name="connsiteY45" fmla="*/ 3882243 h 4275540"/>
              <a:gd name="connsiteX46" fmla="*/ 2782141 w 3898347"/>
              <a:gd name="connsiteY46" fmla="*/ 3932983 h 4275540"/>
              <a:gd name="connsiteX47" fmla="*/ 2749597 w 3898347"/>
              <a:gd name="connsiteY47" fmla="*/ 3956746 h 4275540"/>
              <a:gd name="connsiteX48" fmla="*/ 2730493 w 3898347"/>
              <a:gd name="connsiteY48" fmla="*/ 3955236 h 4275540"/>
              <a:gd name="connsiteX49" fmla="*/ 2707507 w 3898347"/>
              <a:gd name="connsiteY49" fmla="*/ 3947771 h 4275540"/>
              <a:gd name="connsiteX50" fmla="*/ 2701937 w 3898347"/>
              <a:gd name="connsiteY50" fmla="*/ 3950565 h 4275540"/>
              <a:gd name="connsiteX51" fmla="*/ 2679435 w 3898347"/>
              <a:gd name="connsiteY51" fmla="*/ 3949768 h 4275540"/>
              <a:gd name="connsiteX52" fmla="*/ 2667352 w 3898347"/>
              <a:gd name="connsiteY52" fmla="*/ 3942821 h 4275540"/>
              <a:gd name="connsiteX53" fmla="*/ 2657096 w 3898347"/>
              <a:gd name="connsiteY53" fmla="*/ 3953571 h 4275540"/>
              <a:gd name="connsiteX54" fmla="*/ 2655161 w 3898347"/>
              <a:gd name="connsiteY54" fmla="*/ 3962216 h 4275540"/>
              <a:gd name="connsiteX55" fmla="*/ 2638604 w 3898347"/>
              <a:gd name="connsiteY55" fmla="*/ 3955936 h 4275540"/>
              <a:gd name="connsiteX56" fmla="*/ 2626185 w 3898347"/>
              <a:gd name="connsiteY56" fmla="*/ 3962937 h 4275540"/>
              <a:gd name="connsiteX57" fmla="*/ 2614077 w 3898347"/>
              <a:gd name="connsiteY57" fmla="*/ 3955576 h 4275540"/>
              <a:gd name="connsiteX58" fmla="*/ 2609403 w 3898347"/>
              <a:gd name="connsiteY58" fmla="*/ 3956215 h 4275540"/>
              <a:gd name="connsiteX59" fmla="*/ 2597896 w 3898347"/>
              <a:gd name="connsiteY59" fmla="*/ 3958939 h 4275540"/>
              <a:gd name="connsiteX60" fmla="*/ 2578251 w 3898347"/>
              <a:gd name="connsiteY60" fmla="*/ 3965812 h 4275540"/>
              <a:gd name="connsiteX61" fmla="*/ 2571961 w 3898347"/>
              <a:gd name="connsiteY61" fmla="*/ 3966278 h 4275540"/>
              <a:gd name="connsiteX62" fmla="*/ 2559399 w 3898347"/>
              <a:gd name="connsiteY62" fmla="*/ 3979193 h 4275540"/>
              <a:gd name="connsiteX63" fmla="*/ 2533560 w 3898347"/>
              <a:gd name="connsiteY63" fmla="*/ 3988160 h 4275540"/>
              <a:gd name="connsiteX64" fmla="*/ 2515299 w 3898347"/>
              <a:gd name="connsiteY64" fmla="*/ 4016867 h 4275540"/>
              <a:gd name="connsiteX65" fmla="*/ 2513423 w 3898347"/>
              <a:gd name="connsiteY65" fmla="*/ 4018759 h 4275540"/>
              <a:gd name="connsiteX66" fmla="*/ 2482991 w 3898347"/>
              <a:gd name="connsiteY66" fmla="*/ 4012935 h 4275540"/>
              <a:gd name="connsiteX67" fmla="*/ 2446940 w 3898347"/>
              <a:gd name="connsiteY67" fmla="*/ 4021172 h 4275540"/>
              <a:gd name="connsiteX68" fmla="*/ 2404883 w 3898347"/>
              <a:gd name="connsiteY68" fmla="*/ 4024808 h 4275540"/>
              <a:gd name="connsiteX69" fmla="*/ 2373894 w 3898347"/>
              <a:gd name="connsiteY69" fmla="*/ 4023827 h 4275540"/>
              <a:gd name="connsiteX70" fmla="*/ 2297080 w 3898347"/>
              <a:gd name="connsiteY70" fmla="*/ 4040841 h 4275540"/>
              <a:gd name="connsiteX71" fmla="*/ 2170615 w 3898347"/>
              <a:gd name="connsiteY71" fmla="*/ 4077196 h 4275540"/>
              <a:gd name="connsiteX72" fmla="*/ 2143580 w 3898347"/>
              <a:gd name="connsiteY72" fmla="*/ 4083102 h 4275540"/>
              <a:gd name="connsiteX73" fmla="*/ 2119893 w 3898347"/>
              <a:gd name="connsiteY73" fmla="*/ 4080874 h 4275540"/>
              <a:gd name="connsiteX74" fmla="*/ 2114008 w 3898347"/>
              <a:gd name="connsiteY74" fmla="*/ 4073996 h 4275540"/>
              <a:gd name="connsiteX75" fmla="*/ 2099067 w 3898347"/>
              <a:gd name="connsiteY75" fmla="*/ 4076068 h 4275540"/>
              <a:gd name="connsiteX76" fmla="*/ 2095000 w 3898347"/>
              <a:gd name="connsiteY76" fmla="*/ 4075096 h 4275540"/>
              <a:gd name="connsiteX77" fmla="*/ 2071767 w 3898347"/>
              <a:gd name="connsiteY77" fmla="*/ 4071044 h 4275540"/>
              <a:gd name="connsiteX78" fmla="*/ 2024486 w 3898347"/>
              <a:gd name="connsiteY78" fmla="*/ 4100276 h 4275540"/>
              <a:gd name="connsiteX79" fmla="*/ 1964411 w 3898347"/>
              <a:gd name="connsiteY79" fmla="*/ 4105069 h 4275540"/>
              <a:gd name="connsiteX80" fmla="*/ 1739945 w 3898347"/>
              <a:gd name="connsiteY80" fmla="*/ 4171795 h 4275540"/>
              <a:gd name="connsiteX81" fmla="*/ 1610556 w 3898347"/>
              <a:gd name="connsiteY81" fmla="*/ 4167701 h 4275540"/>
              <a:gd name="connsiteX82" fmla="*/ 1553623 w 3898347"/>
              <a:gd name="connsiteY82" fmla="*/ 4236045 h 4275540"/>
              <a:gd name="connsiteX83" fmla="*/ 1548640 w 3898347"/>
              <a:gd name="connsiteY83" fmla="*/ 4238297 h 4275540"/>
              <a:gd name="connsiteX84" fmla="*/ 1530136 w 3898347"/>
              <a:gd name="connsiteY84" fmla="*/ 4227121 h 4275540"/>
              <a:gd name="connsiteX85" fmla="*/ 1508787 w 3898347"/>
              <a:gd name="connsiteY85" fmla="*/ 4234213 h 4275540"/>
              <a:gd name="connsiteX86" fmla="*/ 1488914 w 3898347"/>
              <a:gd name="connsiteY86" fmla="*/ 4241772 h 4275540"/>
              <a:gd name="connsiteX87" fmla="*/ 1488999 w 3898347"/>
              <a:gd name="connsiteY87" fmla="*/ 4251186 h 4275540"/>
              <a:gd name="connsiteX88" fmla="*/ 1475364 w 3898347"/>
              <a:gd name="connsiteY88" fmla="*/ 4248364 h 4275540"/>
              <a:gd name="connsiteX89" fmla="*/ 1457275 w 3898347"/>
              <a:gd name="connsiteY89" fmla="*/ 4252863 h 4275540"/>
              <a:gd name="connsiteX90" fmla="*/ 1448085 w 3898347"/>
              <a:gd name="connsiteY90" fmla="*/ 4248391 h 4275540"/>
              <a:gd name="connsiteX91" fmla="*/ 1315306 w 3898347"/>
              <a:gd name="connsiteY91" fmla="*/ 4237004 h 4275540"/>
              <a:gd name="connsiteX92" fmla="*/ 1272434 w 3898347"/>
              <a:gd name="connsiteY92" fmla="*/ 4244958 h 4275540"/>
              <a:gd name="connsiteX93" fmla="*/ 1231567 w 3898347"/>
              <a:gd name="connsiteY93" fmla="*/ 4219356 h 4275540"/>
              <a:gd name="connsiteX94" fmla="*/ 1216643 w 3898347"/>
              <a:gd name="connsiteY94" fmla="*/ 4229828 h 4275540"/>
              <a:gd name="connsiteX95" fmla="*/ 1214101 w 3898347"/>
              <a:gd name="connsiteY95" fmla="*/ 4231991 h 4275540"/>
              <a:gd name="connsiteX96" fmla="*/ 1203193 w 3898347"/>
              <a:gd name="connsiteY96" fmla="*/ 4232867 h 4275540"/>
              <a:gd name="connsiteX97" fmla="*/ 1201049 w 3898347"/>
              <a:gd name="connsiteY97" fmla="*/ 4242842 h 4275540"/>
              <a:gd name="connsiteX98" fmla="*/ 1185298 w 3898347"/>
              <a:gd name="connsiteY98" fmla="*/ 4251133 h 4275540"/>
              <a:gd name="connsiteX99" fmla="*/ 1164955 w 3898347"/>
              <a:gd name="connsiteY99" fmla="*/ 4250027 h 4275540"/>
              <a:gd name="connsiteX100" fmla="*/ 1067357 w 3898347"/>
              <a:gd name="connsiteY100" fmla="*/ 4233908 h 4275540"/>
              <a:gd name="connsiteX101" fmla="*/ 1009492 w 3898347"/>
              <a:gd name="connsiteY101" fmla="*/ 4230455 h 4275540"/>
              <a:gd name="connsiteX102" fmla="*/ 988345 w 3898347"/>
              <a:gd name="connsiteY102" fmla="*/ 4238880 h 4275540"/>
              <a:gd name="connsiteX103" fmla="*/ 958251 w 3898347"/>
              <a:gd name="connsiteY103" fmla="*/ 4244100 h 4275540"/>
              <a:gd name="connsiteX104" fmla="*/ 905785 w 3898347"/>
              <a:gd name="connsiteY104" fmla="*/ 4260845 h 4275540"/>
              <a:gd name="connsiteX105" fmla="*/ 834176 w 3898347"/>
              <a:gd name="connsiteY105" fmla="*/ 4270241 h 4275540"/>
              <a:gd name="connsiteX106" fmla="*/ 778474 w 3898347"/>
              <a:gd name="connsiteY106" fmla="*/ 4235526 h 4275540"/>
              <a:gd name="connsiteX107" fmla="*/ 774418 w 3898347"/>
              <a:gd name="connsiteY107" fmla="*/ 4242583 h 4275540"/>
              <a:gd name="connsiteX108" fmla="*/ 737705 w 3898347"/>
              <a:gd name="connsiteY108" fmla="*/ 4238891 h 4275540"/>
              <a:gd name="connsiteX109" fmla="*/ 605027 w 3898347"/>
              <a:gd name="connsiteY109" fmla="*/ 4175863 h 4275540"/>
              <a:gd name="connsiteX110" fmla="*/ 533391 w 3898347"/>
              <a:gd name="connsiteY110" fmla="*/ 4170035 h 4275540"/>
              <a:gd name="connsiteX111" fmla="*/ 508621 w 3898347"/>
              <a:gd name="connsiteY111" fmla="*/ 4176044 h 4275540"/>
              <a:gd name="connsiteX112" fmla="*/ 467082 w 3898347"/>
              <a:gd name="connsiteY112" fmla="*/ 4185616 h 4275540"/>
              <a:gd name="connsiteX113" fmla="*/ 437646 w 3898347"/>
              <a:gd name="connsiteY113" fmla="*/ 4212658 h 4275540"/>
              <a:gd name="connsiteX114" fmla="*/ 402271 w 3898347"/>
              <a:gd name="connsiteY114" fmla="*/ 4212774 h 4275540"/>
              <a:gd name="connsiteX115" fmla="*/ 391968 w 3898347"/>
              <a:gd name="connsiteY115" fmla="*/ 4187073 h 4275540"/>
              <a:gd name="connsiteX116" fmla="*/ 354806 w 3898347"/>
              <a:gd name="connsiteY116" fmla="*/ 4195545 h 4275540"/>
              <a:gd name="connsiteX117" fmla="*/ 298662 w 3898347"/>
              <a:gd name="connsiteY117" fmla="*/ 4211227 h 4275540"/>
              <a:gd name="connsiteX118" fmla="*/ 265740 w 3898347"/>
              <a:gd name="connsiteY118" fmla="*/ 4213623 h 4275540"/>
              <a:gd name="connsiteX119" fmla="*/ 176403 w 3898347"/>
              <a:gd name="connsiteY119" fmla="*/ 4227393 h 4275540"/>
              <a:gd name="connsiteX120" fmla="*/ 82528 w 3898347"/>
              <a:gd name="connsiteY120" fmla="*/ 4275540 h 4275540"/>
              <a:gd name="connsiteX121" fmla="*/ 19464 w 3898347"/>
              <a:gd name="connsiteY121" fmla="*/ 4256103 h 4275540"/>
              <a:gd name="connsiteX122" fmla="*/ 0 w 3898347"/>
              <a:gd name="connsiteY122" fmla="*/ 4221939 h 4275540"/>
              <a:gd name="connsiteX123" fmla="*/ 0 w 3898347"/>
              <a:gd name="connsiteY123" fmla="*/ 15850 h 4275540"/>
              <a:gd name="connsiteX124" fmla="*/ 3898347 w 3898347"/>
              <a:gd name="connsiteY124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090188 w 3898347"/>
              <a:gd name="connsiteY41" fmla="*/ 3855036 h 4275540"/>
              <a:gd name="connsiteX42" fmla="*/ 3031422 w 3898347"/>
              <a:gd name="connsiteY42" fmla="*/ 3858298 h 4275540"/>
              <a:gd name="connsiteX43" fmla="*/ 2996288 w 3898347"/>
              <a:gd name="connsiteY43" fmla="*/ 3860020 h 4275540"/>
              <a:gd name="connsiteX44" fmla="*/ 2901661 w 3898347"/>
              <a:gd name="connsiteY44" fmla="*/ 3882243 h 4275540"/>
              <a:gd name="connsiteX45" fmla="*/ 2782141 w 3898347"/>
              <a:gd name="connsiteY45" fmla="*/ 3932983 h 4275540"/>
              <a:gd name="connsiteX46" fmla="*/ 2749597 w 3898347"/>
              <a:gd name="connsiteY46" fmla="*/ 3956746 h 4275540"/>
              <a:gd name="connsiteX47" fmla="*/ 2730493 w 3898347"/>
              <a:gd name="connsiteY47" fmla="*/ 3955236 h 4275540"/>
              <a:gd name="connsiteX48" fmla="*/ 2707507 w 3898347"/>
              <a:gd name="connsiteY48" fmla="*/ 3947771 h 4275540"/>
              <a:gd name="connsiteX49" fmla="*/ 2701937 w 3898347"/>
              <a:gd name="connsiteY49" fmla="*/ 3950565 h 4275540"/>
              <a:gd name="connsiteX50" fmla="*/ 2679435 w 3898347"/>
              <a:gd name="connsiteY50" fmla="*/ 3949768 h 4275540"/>
              <a:gd name="connsiteX51" fmla="*/ 2667352 w 3898347"/>
              <a:gd name="connsiteY51" fmla="*/ 3942821 h 4275540"/>
              <a:gd name="connsiteX52" fmla="*/ 2657096 w 3898347"/>
              <a:gd name="connsiteY52" fmla="*/ 3953571 h 4275540"/>
              <a:gd name="connsiteX53" fmla="*/ 2655161 w 3898347"/>
              <a:gd name="connsiteY53" fmla="*/ 3962216 h 4275540"/>
              <a:gd name="connsiteX54" fmla="*/ 2638604 w 3898347"/>
              <a:gd name="connsiteY54" fmla="*/ 3955936 h 4275540"/>
              <a:gd name="connsiteX55" fmla="*/ 2626185 w 3898347"/>
              <a:gd name="connsiteY55" fmla="*/ 3962937 h 4275540"/>
              <a:gd name="connsiteX56" fmla="*/ 2614077 w 3898347"/>
              <a:gd name="connsiteY56" fmla="*/ 3955576 h 4275540"/>
              <a:gd name="connsiteX57" fmla="*/ 2609403 w 3898347"/>
              <a:gd name="connsiteY57" fmla="*/ 3956215 h 4275540"/>
              <a:gd name="connsiteX58" fmla="*/ 2597896 w 3898347"/>
              <a:gd name="connsiteY58" fmla="*/ 3958939 h 4275540"/>
              <a:gd name="connsiteX59" fmla="*/ 2578251 w 3898347"/>
              <a:gd name="connsiteY59" fmla="*/ 3965812 h 4275540"/>
              <a:gd name="connsiteX60" fmla="*/ 2571961 w 3898347"/>
              <a:gd name="connsiteY60" fmla="*/ 3966278 h 4275540"/>
              <a:gd name="connsiteX61" fmla="*/ 2559399 w 3898347"/>
              <a:gd name="connsiteY61" fmla="*/ 3979193 h 4275540"/>
              <a:gd name="connsiteX62" fmla="*/ 2533560 w 3898347"/>
              <a:gd name="connsiteY62" fmla="*/ 3988160 h 4275540"/>
              <a:gd name="connsiteX63" fmla="*/ 2515299 w 3898347"/>
              <a:gd name="connsiteY63" fmla="*/ 4016867 h 4275540"/>
              <a:gd name="connsiteX64" fmla="*/ 2513423 w 3898347"/>
              <a:gd name="connsiteY64" fmla="*/ 4018759 h 4275540"/>
              <a:gd name="connsiteX65" fmla="*/ 2482991 w 3898347"/>
              <a:gd name="connsiteY65" fmla="*/ 4012935 h 4275540"/>
              <a:gd name="connsiteX66" fmla="*/ 2446940 w 3898347"/>
              <a:gd name="connsiteY66" fmla="*/ 4021172 h 4275540"/>
              <a:gd name="connsiteX67" fmla="*/ 2404883 w 3898347"/>
              <a:gd name="connsiteY67" fmla="*/ 4024808 h 4275540"/>
              <a:gd name="connsiteX68" fmla="*/ 2373894 w 3898347"/>
              <a:gd name="connsiteY68" fmla="*/ 4023827 h 4275540"/>
              <a:gd name="connsiteX69" fmla="*/ 2297080 w 3898347"/>
              <a:gd name="connsiteY69" fmla="*/ 4040841 h 4275540"/>
              <a:gd name="connsiteX70" fmla="*/ 2170615 w 3898347"/>
              <a:gd name="connsiteY70" fmla="*/ 4077196 h 4275540"/>
              <a:gd name="connsiteX71" fmla="*/ 2143580 w 3898347"/>
              <a:gd name="connsiteY71" fmla="*/ 4083102 h 4275540"/>
              <a:gd name="connsiteX72" fmla="*/ 2119893 w 3898347"/>
              <a:gd name="connsiteY72" fmla="*/ 4080874 h 4275540"/>
              <a:gd name="connsiteX73" fmla="*/ 2114008 w 3898347"/>
              <a:gd name="connsiteY73" fmla="*/ 4073996 h 4275540"/>
              <a:gd name="connsiteX74" fmla="*/ 2099067 w 3898347"/>
              <a:gd name="connsiteY74" fmla="*/ 4076068 h 4275540"/>
              <a:gd name="connsiteX75" fmla="*/ 2095000 w 3898347"/>
              <a:gd name="connsiteY75" fmla="*/ 4075096 h 4275540"/>
              <a:gd name="connsiteX76" fmla="*/ 2071767 w 3898347"/>
              <a:gd name="connsiteY76" fmla="*/ 4071044 h 4275540"/>
              <a:gd name="connsiteX77" fmla="*/ 2024486 w 3898347"/>
              <a:gd name="connsiteY77" fmla="*/ 4100276 h 4275540"/>
              <a:gd name="connsiteX78" fmla="*/ 1964411 w 3898347"/>
              <a:gd name="connsiteY78" fmla="*/ 4105069 h 4275540"/>
              <a:gd name="connsiteX79" fmla="*/ 1739945 w 3898347"/>
              <a:gd name="connsiteY79" fmla="*/ 4171795 h 4275540"/>
              <a:gd name="connsiteX80" fmla="*/ 1610556 w 3898347"/>
              <a:gd name="connsiteY80" fmla="*/ 4167701 h 4275540"/>
              <a:gd name="connsiteX81" fmla="*/ 1553623 w 3898347"/>
              <a:gd name="connsiteY81" fmla="*/ 4236045 h 4275540"/>
              <a:gd name="connsiteX82" fmla="*/ 1548640 w 3898347"/>
              <a:gd name="connsiteY82" fmla="*/ 4238297 h 4275540"/>
              <a:gd name="connsiteX83" fmla="*/ 1530136 w 3898347"/>
              <a:gd name="connsiteY83" fmla="*/ 4227121 h 4275540"/>
              <a:gd name="connsiteX84" fmla="*/ 1508787 w 3898347"/>
              <a:gd name="connsiteY84" fmla="*/ 4234213 h 4275540"/>
              <a:gd name="connsiteX85" fmla="*/ 1488914 w 3898347"/>
              <a:gd name="connsiteY85" fmla="*/ 4241772 h 4275540"/>
              <a:gd name="connsiteX86" fmla="*/ 1488999 w 3898347"/>
              <a:gd name="connsiteY86" fmla="*/ 4251186 h 4275540"/>
              <a:gd name="connsiteX87" fmla="*/ 1475364 w 3898347"/>
              <a:gd name="connsiteY87" fmla="*/ 4248364 h 4275540"/>
              <a:gd name="connsiteX88" fmla="*/ 1457275 w 3898347"/>
              <a:gd name="connsiteY88" fmla="*/ 4252863 h 4275540"/>
              <a:gd name="connsiteX89" fmla="*/ 1448085 w 3898347"/>
              <a:gd name="connsiteY89" fmla="*/ 4248391 h 4275540"/>
              <a:gd name="connsiteX90" fmla="*/ 1315306 w 3898347"/>
              <a:gd name="connsiteY90" fmla="*/ 4237004 h 4275540"/>
              <a:gd name="connsiteX91" fmla="*/ 1272434 w 3898347"/>
              <a:gd name="connsiteY91" fmla="*/ 4244958 h 4275540"/>
              <a:gd name="connsiteX92" fmla="*/ 1231567 w 3898347"/>
              <a:gd name="connsiteY92" fmla="*/ 4219356 h 4275540"/>
              <a:gd name="connsiteX93" fmla="*/ 1216643 w 3898347"/>
              <a:gd name="connsiteY93" fmla="*/ 4229828 h 4275540"/>
              <a:gd name="connsiteX94" fmla="*/ 1214101 w 3898347"/>
              <a:gd name="connsiteY94" fmla="*/ 4231991 h 4275540"/>
              <a:gd name="connsiteX95" fmla="*/ 1203193 w 3898347"/>
              <a:gd name="connsiteY95" fmla="*/ 4232867 h 4275540"/>
              <a:gd name="connsiteX96" fmla="*/ 1201049 w 3898347"/>
              <a:gd name="connsiteY96" fmla="*/ 4242842 h 4275540"/>
              <a:gd name="connsiteX97" fmla="*/ 1185298 w 3898347"/>
              <a:gd name="connsiteY97" fmla="*/ 4251133 h 4275540"/>
              <a:gd name="connsiteX98" fmla="*/ 1164955 w 3898347"/>
              <a:gd name="connsiteY98" fmla="*/ 4250027 h 4275540"/>
              <a:gd name="connsiteX99" fmla="*/ 1067357 w 3898347"/>
              <a:gd name="connsiteY99" fmla="*/ 4233908 h 4275540"/>
              <a:gd name="connsiteX100" fmla="*/ 1009492 w 3898347"/>
              <a:gd name="connsiteY100" fmla="*/ 4230455 h 4275540"/>
              <a:gd name="connsiteX101" fmla="*/ 988345 w 3898347"/>
              <a:gd name="connsiteY101" fmla="*/ 4238880 h 4275540"/>
              <a:gd name="connsiteX102" fmla="*/ 958251 w 3898347"/>
              <a:gd name="connsiteY102" fmla="*/ 4244100 h 4275540"/>
              <a:gd name="connsiteX103" fmla="*/ 905785 w 3898347"/>
              <a:gd name="connsiteY103" fmla="*/ 4260845 h 4275540"/>
              <a:gd name="connsiteX104" fmla="*/ 834176 w 3898347"/>
              <a:gd name="connsiteY104" fmla="*/ 4270241 h 4275540"/>
              <a:gd name="connsiteX105" fmla="*/ 778474 w 3898347"/>
              <a:gd name="connsiteY105" fmla="*/ 4235526 h 4275540"/>
              <a:gd name="connsiteX106" fmla="*/ 774418 w 3898347"/>
              <a:gd name="connsiteY106" fmla="*/ 4242583 h 4275540"/>
              <a:gd name="connsiteX107" fmla="*/ 737705 w 3898347"/>
              <a:gd name="connsiteY107" fmla="*/ 4238891 h 4275540"/>
              <a:gd name="connsiteX108" fmla="*/ 605027 w 3898347"/>
              <a:gd name="connsiteY108" fmla="*/ 4175863 h 4275540"/>
              <a:gd name="connsiteX109" fmla="*/ 533391 w 3898347"/>
              <a:gd name="connsiteY109" fmla="*/ 4170035 h 4275540"/>
              <a:gd name="connsiteX110" fmla="*/ 508621 w 3898347"/>
              <a:gd name="connsiteY110" fmla="*/ 4176044 h 4275540"/>
              <a:gd name="connsiteX111" fmla="*/ 467082 w 3898347"/>
              <a:gd name="connsiteY111" fmla="*/ 4185616 h 4275540"/>
              <a:gd name="connsiteX112" fmla="*/ 437646 w 3898347"/>
              <a:gd name="connsiteY112" fmla="*/ 4212658 h 4275540"/>
              <a:gd name="connsiteX113" fmla="*/ 402271 w 3898347"/>
              <a:gd name="connsiteY113" fmla="*/ 4212774 h 4275540"/>
              <a:gd name="connsiteX114" fmla="*/ 391968 w 3898347"/>
              <a:gd name="connsiteY114" fmla="*/ 4187073 h 4275540"/>
              <a:gd name="connsiteX115" fmla="*/ 354806 w 3898347"/>
              <a:gd name="connsiteY115" fmla="*/ 4195545 h 4275540"/>
              <a:gd name="connsiteX116" fmla="*/ 298662 w 3898347"/>
              <a:gd name="connsiteY116" fmla="*/ 4211227 h 4275540"/>
              <a:gd name="connsiteX117" fmla="*/ 265740 w 3898347"/>
              <a:gd name="connsiteY117" fmla="*/ 4213623 h 4275540"/>
              <a:gd name="connsiteX118" fmla="*/ 176403 w 3898347"/>
              <a:gd name="connsiteY118" fmla="*/ 4227393 h 4275540"/>
              <a:gd name="connsiteX119" fmla="*/ 82528 w 3898347"/>
              <a:gd name="connsiteY119" fmla="*/ 4275540 h 4275540"/>
              <a:gd name="connsiteX120" fmla="*/ 19464 w 3898347"/>
              <a:gd name="connsiteY120" fmla="*/ 4256103 h 4275540"/>
              <a:gd name="connsiteX121" fmla="*/ 0 w 3898347"/>
              <a:gd name="connsiteY121" fmla="*/ 4221939 h 4275540"/>
              <a:gd name="connsiteX122" fmla="*/ 0 w 3898347"/>
              <a:gd name="connsiteY122" fmla="*/ 15850 h 4275540"/>
              <a:gd name="connsiteX123" fmla="*/ 3898347 w 3898347"/>
              <a:gd name="connsiteY123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090188 w 3898347"/>
              <a:gd name="connsiteY41" fmla="*/ 3855036 h 4275540"/>
              <a:gd name="connsiteX42" fmla="*/ 3031422 w 3898347"/>
              <a:gd name="connsiteY42" fmla="*/ 3858298 h 4275540"/>
              <a:gd name="connsiteX43" fmla="*/ 2996288 w 3898347"/>
              <a:gd name="connsiteY43" fmla="*/ 3860020 h 4275540"/>
              <a:gd name="connsiteX44" fmla="*/ 2901661 w 3898347"/>
              <a:gd name="connsiteY44" fmla="*/ 3882243 h 4275540"/>
              <a:gd name="connsiteX45" fmla="*/ 2782141 w 3898347"/>
              <a:gd name="connsiteY45" fmla="*/ 3932983 h 4275540"/>
              <a:gd name="connsiteX46" fmla="*/ 2749597 w 3898347"/>
              <a:gd name="connsiteY46" fmla="*/ 3956746 h 4275540"/>
              <a:gd name="connsiteX47" fmla="*/ 2730493 w 3898347"/>
              <a:gd name="connsiteY47" fmla="*/ 3955236 h 4275540"/>
              <a:gd name="connsiteX48" fmla="*/ 2707507 w 3898347"/>
              <a:gd name="connsiteY48" fmla="*/ 3947771 h 4275540"/>
              <a:gd name="connsiteX49" fmla="*/ 2701937 w 3898347"/>
              <a:gd name="connsiteY49" fmla="*/ 3950565 h 4275540"/>
              <a:gd name="connsiteX50" fmla="*/ 2679435 w 3898347"/>
              <a:gd name="connsiteY50" fmla="*/ 3949768 h 4275540"/>
              <a:gd name="connsiteX51" fmla="*/ 2667352 w 3898347"/>
              <a:gd name="connsiteY51" fmla="*/ 3942821 h 4275540"/>
              <a:gd name="connsiteX52" fmla="*/ 2657096 w 3898347"/>
              <a:gd name="connsiteY52" fmla="*/ 3953571 h 4275540"/>
              <a:gd name="connsiteX53" fmla="*/ 2655161 w 3898347"/>
              <a:gd name="connsiteY53" fmla="*/ 3962216 h 4275540"/>
              <a:gd name="connsiteX54" fmla="*/ 2638604 w 3898347"/>
              <a:gd name="connsiteY54" fmla="*/ 3955936 h 4275540"/>
              <a:gd name="connsiteX55" fmla="*/ 2626185 w 3898347"/>
              <a:gd name="connsiteY55" fmla="*/ 3962937 h 4275540"/>
              <a:gd name="connsiteX56" fmla="*/ 2614077 w 3898347"/>
              <a:gd name="connsiteY56" fmla="*/ 3955576 h 4275540"/>
              <a:gd name="connsiteX57" fmla="*/ 2609403 w 3898347"/>
              <a:gd name="connsiteY57" fmla="*/ 3956215 h 4275540"/>
              <a:gd name="connsiteX58" fmla="*/ 2597896 w 3898347"/>
              <a:gd name="connsiteY58" fmla="*/ 3958939 h 4275540"/>
              <a:gd name="connsiteX59" fmla="*/ 2578251 w 3898347"/>
              <a:gd name="connsiteY59" fmla="*/ 3965812 h 4275540"/>
              <a:gd name="connsiteX60" fmla="*/ 2571961 w 3898347"/>
              <a:gd name="connsiteY60" fmla="*/ 3966278 h 4275540"/>
              <a:gd name="connsiteX61" fmla="*/ 2559399 w 3898347"/>
              <a:gd name="connsiteY61" fmla="*/ 3979193 h 4275540"/>
              <a:gd name="connsiteX62" fmla="*/ 2533560 w 3898347"/>
              <a:gd name="connsiteY62" fmla="*/ 3988160 h 4275540"/>
              <a:gd name="connsiteX63" fmla="*/ 2515299 w 3898347"/>
              <a:gd name="connsiteY63" fmla="*/ 4016867 h 4275540"/>
              <a:gd name="connsiteX64" fmla="*/ 2513423 w 3898347"/>
              <a:gd name="connsiteY64" fmla="*/ 4018759 h 4275540"/>
              <a:gd name="connsiteX65" fmla="*/ 2482991 w 3898347"/>
              <a:gd name="connsiteY65" fmla="*/ 4012935 h 4275540"/>
              <a:gd name="connsiteX66" fmla="*/ 2446940 w 3898347"/>
              <a:gd name="connsiteY66" fmla="*/ 4021172 h 4275540"/>
              <a:gd name="connsiteX67" fmla="*/ 2404883 w 3898347"/>
              <a:gd name="connsiteY67" fmla="*/ 4024808 h 4275540"/>
              <a:gd name="connsiteX68" fmla="*/ 2373894 w 3898347"/>
              <a:gd name="connsiteY68" fmla="*/ 4023827 h 4275540"/>
              <a:gd name="connsiteX69" fmla="*/ 2297080 w 3898347"/>
              <a:gd name="connsiteY69" fmla="*/ 4040841 h 4275540"/>
              <a:gd name="connsiteX70" fmla="*/ 2170615 w 3898347"/>
              <a:gd name="connsiteY70" fmla="*/ 4077196 h 4275540"/>
              <a:gd name="connsiteX71" fmla="*/ 2143580 w 3898347"/>
              <a:gd name="connsiteY71" fmla="*/ 4083102 h 4275540"/>
              <a:gd name="connsiteX72" fmla="*/ 2119893 w 3898347"/>
              <a:gd name="connsiteY72" fmla="*/ 4080874 h 4275540"/>
              <a:gd name="connsiteX73" fmla="*/ 2114008 w 3898347"/>
              <a:gd name="connsiteY73" fmla="*/ 4073996 h 4275540"/>
              <a:gd name="connsiteX74" fmla="*/ 2099067 w 3898347"/>
              <a:gd name="connsiteY74" fmla="*/ 4076068 h 4275540"/>
              <a:gd name="connsiteX75" fmla="*/ 2095000 w 3898347"/>
              <a:gd name="connsiteY75" fmla="*/ 4075096 h 4275540"/>
              <a:gd name="connsiteX76" fmla="*/ 2071767 w 3898347"/>
              <a:gd name="connsiteY76" fmla="*/ 4071044 h 4275540"/>
              <a:gd name="connsiteX77" fmla="*/ 2024486 w 3898347"/>
              <a:gd name="connsiteY77" fmla="*/ 4100276 h 4275540"/>
              <a:gd name="connsiteX78" fmla="*/ 1964411 w 3898347"/>
              <a:gd name="connsiteY78" fmla="*/ 4105069 h 4275540"/>
              <a:gd name="connsiteX79" fmla="*/ 1739945 w 3898347"/>
              <a:gd name="connsiteY79" fmla="*/ 4171795 h 4275540"/>
              <a:gd name="connsiteX80" fmla="*/ 1610556 w 3898347"/>
              <a:gd name="connsiteY80" fmla="*/ 4167701 h 4275540"/>
              <a:gd name="connsiteX81" fmla="*/ 1553623 w 3898347"/>
              <a:gd name="connsiteY81" fmla="*/ 4236045 h 4275540"/>
              <a:gd name="connsiteX82" fmla="*/ 1548640 w 3898347"/>
              <a:gd name="connsiteY82" fmla="*/ 4238297 h 4275540"/>
              <a:gd name="connsiteX83" fmla="*/ 1530136 w 3898347"/>
              <a:gd name="connsiteY83" fmla="*/ 4227121 h 4275540"/>
              <a:gd name="connsiteX84" fmla="*/ 1508787 w 3898347"/>
              <a:gd name="connsiteY84" fmla="*/ 4234213 h 4275540"/>
              <a:gd name="connsiteX85" fmla="*/ 1488914 w 3898347"/>
              <a:gd name="connsiteY85" fmla="*/ 4241772 h 4275540"/>
              <a:gd name="connsiteX86" fmla="*/ 1488999 w 3898347"/>
              <a:gd name="connsiteY86" fmla="*/ 4251186 h 4275540"/>
              <a:gd name="connsiteX87" fmla="*/ 1475364 w 3898347"/>
              <a:gd name="connsiteY87" fmla="*/ 4248364 h 4275540"/>
              <a:gd name="connsiteX88" fmla="*/ 1457275 w 3898347"/>
              <a:gd name="connsiteY88" fmla="*/ 4252863 h 4275540"/>
              <a:gd name="connsiteX89" fmla="*/ 1448085 w 3898347"/>
              <a:gd name="connsiteY89" fmla="*/ 4248391 h 4275540"/>
              <a:gd name="connsiteX90" fmla="*/ 1315306 w 3898347"/>
              <a:gd name="connsiteY90" fmla="*/ 4237004 h 4275540"/>
              <a:gd name="connsiteX91" fmla="*/ 1272434 w 3898347"/>
              <a:gd name="connsiteY91" fmla="*/ 4244958 h 4275540"/>
              <a:gd name="connsiteX92" fmla="*/ 1231567 w 3898347"/>
              <a:gd name="connsiteY92" fmla="*/ 4219356 h 4275540"/>
              <a:gd name="connsiteX93" fmla="*/ 1216643 w 3898347"/>
              <a:gd name="connsiteY93" fmla="*/ 4229828 h 4275540"/>
              <a:gd name="connsiteX94" fmla="*/ 1214101 w 3898347"/>
              <a:gd name="connsiteY94" fmla="*/ 4231991 h 4275540"/>
              <a:gd name="connsiteX95" fmla="*/ 1203193 w 3898347"/>
              <a:gd name="connsiteY95" fmla="*/ 4232867 h 4275540"/>
              <a:gd name="connsiteX96" fmla="*/ 1201049 w 3898347"/>
              <a:gd name="connsiteY96" fmla="*/ 4242842 h 4275540"/>
              <a:gd name="connsiteX97" fmla="*/ 1185298 w 3898347"/>
              <a:gd name="connsiteY97" fmla="*/ 4251133 h 4275540"/>
              <a:gd name="connsiteX98" fmla="*/ 1164955 w 3898347"/>
              <a:gd name="connsiteY98" fmla="*/ 4250027 h 4275540"/>
              <a:gd name="connsiteX99" fmla="*/ 1067357 w 3898347"/>
              <a:gd name="connsiteY99" fmla="*/ 4233908 h 4275540"/>
              <a:gd name="connsiteX100" fmla="*/ 1009492 w 3898347"/>
              <a:gd name="connsiteY100" fmla="*/ 4230455 h 4275540"/>
              <a:gd name="connsiteX101" fmla="*/ 988345 w 3898347"/>
              <a:gd name="connsiteY101" fmla="*/ 4238880 h 4275540"/>
              <a:gd name="connsiteX102" fmla="*/ 958251 w 3898347"/>
              <a:gd name="connsiteY102" fmla="*/ 4244100 h 4275540"/>
              <a:gd name="connsiteX103" fmla="*/ 905785 w 3898347"/>
              <a:gd name="connsiteY103" fmla="*/ 4260845 h 4275540"/>
              <a:gd name="connsiteX104" fmla="*/ 834176 w 3898347"/>
              <a:gd name="connsiteY104" fmla="*/ 4270241 h 4275540"/>
              <a:gd name="connsiteX105" fmla="*/ 778474 w 3898347"/>
              <a:gd name="connsiteY105" fmla="*/ 4235526 h 4275540"/>
              <a:gd name="connsiteX106" fmla="*/ 774418 w 3898347"/>
              <a:gd name="connsiteY106" fmla="*/ 4242583 h 4275540"/>
              <a:gd name="connsiteX107" fmla="*/ 737705 w 3898347"/>
              <a:gd name="connsiteY107" fmla="*/ 4238891 h 4275540"/>
              <a:gd name="connsiteX108" fmla="*/ 627717 w 3898347"/>
              <a:gd name="connsiteY108" fmla="*/ 4207629 h 4275540"/>
              <a:gd name="connsiteX109" fmla="*/ 533391 w 3898347"/>
              <a:gd name="connsiteY109" fmla="*/ 4170035 h 4275540"/>
              <a:gd name="connsiteX110" fmla="*/ 508621 w 3898347"/>
              <a:gd name="connsiteY110" fmla="*/ 4176044 h 4275540"/>
              <a:gd name="connsiteX111" fmla="*/ 467082 w 3898347"/>
              <a:gd name="connsiteY111" fmla="*/ 4185616 h 4275540"/>
              <a:gd name="connsiteX112" fmla="*/ 437646 w 3898347"/>
              <a:gd name="connsiteY112" fmla="*/ 4212658 h 4275540"/>
              <a:gd name="connsiteX113" fmla="*/ 402271 w 3898347"/>
              <a:gd name="connsiteY113" fmla="*/ 4212774 h 4275540"/>
              <a:gd name="connsiteX114" fmla="*/ 391968 w 3898347"/>
              <a:gd name="connsiteY114" fmla="*/ 4187073 h 4275540"/>
              <a:gd name="connsiteX115" fmla="*/ 354806 w 3898347"/>
              <a:gd name="connsiteY115" fmla="*/ 4195545 h 4275540"/>
              <a:gd name="connsiteX116" fmla="*/ 298662 w 3898347"/>
              <a:gd name="connsiteY116" fmla="*/ 4211227 h 4275540"/>
              <a:gd name="connsiteX117" fmla="*/ 265740 w 3898347"/>
              <a:gd name="connsiteY117" fmla="*/ 4213623 h 4275540"/>
              <a:gd name="connsiteX118" fmla="*/ 176403 w 3898347"/>
              <a:gd name="connsiteY118" fmla="*/ 4227393 h 4275540"/>
              <a:gd name="connsiteX119" fmla="*/ 82528 w 3898347"/>
              <a:gd name="connsiteY119" fmla="*/ 4275540 h 4275540"/>
              <a:gd name="connsiteX120" fmla="*/ 19464 w 3898347"/>
              <a:gd name="connsiteY120" fmla="*/ 4256103 h 4275540"/>
              <a:gd name="connsiteX121" fmla="*/ 0 w 3898347"/>
              <a:gd name="connsiteY121" fmla="*/ 4221939 h 4275540"/>
              <a:gd name="connsiteX122" fmla="*/ 0 w 3898347"/>
              <a:gd name="connsiteY122" fmla="*/ 15850 h 4275540"/>
              <a:gd name="connsiteX123" fmla="*/ 3898347 w 3898347"/>
              <a:gd name="connsiteY123" fmla="*/ 0 h 4275540"/>
              <a:gd name="connsiteX0" fmla="*/ 3898347 w 3898347"/>
              <a:gd name="connsiteY0" fmla="*/ 0 h 4270358"/>
              <a:gd name="connsiteX1" fmla="*/ 3898347 w 3898347"/>
              <a:gd name="connsiteY1" fmla="*/ 3834445 h 4270358"/>
              <a:gd name="connsiteX2" fmla="*/ 3892314 w 3898347"/>
              <a:gd name="connsiteY2" fmla="*/ 3832951 h 4270358"/>
              <a:gd name="connsiteX3" fmla="*/ 3851953 w 3898347"/>
              <a:gd name="connsiteY3" fmla="*/ 3802983 h 4270358"/>
              <a:gd name="connsiteX4" fmla="*/ 3836418 w 3898347"/>
              <a:gd name="connsiteY4" fmla="*/ 3811513 h 4270358"/>
              <a:gd name="connsiteX5" fmla="*/ 3833758 w 3898347"/>
              <a:gd name="connsiteY5" fmla="*/ 3813341 h 4270358"/>
              <a:gd name="connsiteX6" fmla="*/ 3822673 w 3898347"/>
              <a:gd name="connsiteY6" fmla="*/ 3812913 h 4270358"/>
              <a:gd name="connsiteX7" fmla="*/ 3820104 w 3898347"/>
              <a:gd name="connsiteY7" fmla="*/ 3822466 h 4270358"/>
              <a:gd name="connsiteX8" fmla="*/ 3803816 w 3898347"/>
              <a:gd name="connsiteY8" fmla="*/ 3828757 h 4270358"/>
              <a:gd name="connsiteX9" fmla="*/ 3729936 w 3898347"/>
              <a:gd name="connsiteY9" fmla="*/ 3815386 h 4270358"/>
              <a:gd name="connsiteX10" fmla="*/ 3726018 w 3898347"/>
              <a:gd name="connsiteY10" fmla="*/ 3815100 h 4270358"/>
              <a:gd name="connsiteX11" fmla="*/ 3725413 w 3898347"/>
              <a:gd name="connsiteY11" fmla="*/ 3814615 h 4270358"/>
              <a:gd name="connsiteX12" fmla="*/ 3713801 w 3898347"/>
              <a:gd name="connsiteY12" fmla="*/ 3811018 h 4270358"/>
              <a:gd name="connsiteX13" fmla="*/ 3709087 w 3898347"/>
              <a:gd name="connsiteY13" fmla="*/ 3813195 h 4270358"/>
              <a:gd name="connsiteX14" fmla="*/ 3698038 w 3898347"/>
              <a:gd name="connsiteY14" fmla="*/ 3806182 h 4270358"/>
              <a:gd name="connsiteX15" fmla="*/ 3662227 w 3898347"/>
              <a:gd name="connsiteY15" fmla="*/ 3807761 h 4270358"/>
              <a:gd name="connsiteX16" fmla="*/ 3659872 w 3898347"/>
              <a:gd name="connsiteY16" fmla="*/ 3805524 h 4270358"/>
              <a:gd name="connsiteX17" fmla="*/ 3643454 w 3898347"/>
              <a:gd name="connsiteY17" fmla="*/ 3794831 h 4270358"/>
              <a:gd name="connsiteX18" fmla="*/ 3624789 w 3898347"/>
              <a:gd name="connsiteY18" fmla="*/ 3803185 h 4270358"/>
              <a:gd name="connsiteX19" fmla="*/ 3602327 w 3898347"/>
              <a:gd name="connsiteY19" fmla="*/ 3794616 h 4270358"/>
              <a:gd name="connsiteX20" fmla="*/ 3596645 w 3898347"/>
              <a:gd name="connsiteY20" fmla="*/ 3797108 h 4270358"/>
              <a:gd name="connsiteX21" fmla="*/ 3574144 w 3898347"/>
              <a:gd name="connsiteY21" fmla="*/ 3795108 h 4270358"/>
              <a:gd name="connsiteX22" fmla="*/ 3562310 w 3898347"/>
              <a:gd name="connsiteY22" fmla="*/ 3787534 h 4270358"/>
              <a:gd name="connsiteX23" fmla="*/ 3551635 w 3898347"/>
              <a:gd name="connsiteY23" fmla="*/ 3797705 h 4270358"/>
              <a:gd name="connsiteX24" fmla="*/ 3542668 w 3898347"/>
              <a:gd name="connsiteY24" fmla="*/ 3803283 h 4270358"/>
              <a:gd name="connsiteX25" fmla="*/ 3533033 w 3898347"/>
              <a:gd name="connsiteY25" fmla="*/ 3799071 h 4270358"/>
              <a:gd name="connsiteX26" fmla="*/ 3521726 w 3898347"/>
              <a:gd name="connsiteY26" fmla="*/ 3804691 h 4270358"/>
              <a:gd name="connsiteX27" fmla="*/ 3520080 w 3898347"/>
              <a:gd name="connsiteY27" fmla="*/ 3805210 h 4270358"/>
              <a:gd name="connsiteX28" fmla="*/ 3508491 w 3898347"/>
              <a:gd name="connsiteY28" fmla="*/ 3797398 h 4270358"/>
              <a:gd name="connsiteX29" fmla="*/ 3503787 w 3898347"/>
              <a:gd name="connsiteY29" fmla="*/ 3797787 h 4270358"/>
              <a:gd name="connsiteX30" fmla="*/ 3492165 w 3898347"/>
              <a:gd name="connsiteY30" fmla="*/ 3799887 h 4270358"/>
              <a:gd name="connsiteX31" fmla="*/ 3472233 w 3898347"/>
              <a:gd name="connsiteY31" fmla="*/ 3805682 h 4270358"/>
              <a:gd name="connsiteX32" fmla="*/ 3465921 w 3898347"/>
              <a:gd name="connsiteY32" fmla="*/ 3805814 h 4270358"/>
              <a:gd name="connsiteX33" fmla="*/ 3455541 w 3898347"/>
              <a:gd name="connsiteY33" fmla="*/ 3815505 h 4270358"/>
              <a:gd name="connsiteX34" fmla="*/ 3429027 w 3898347"/>
              <a:gd name="connsiteY34" fmla="*/ 3816906 h 4270358"/>
              <a:gd name="connsiteX35" fmla="*/ 3369507 w 3898347"/>
              <a:gd name="connsiteY35" fmla="*/ 3825563 h 4270358"/>
              <a:gd name="connsiteX36" fmla="*/ 3324491 w 3898347"/>
              <a:gd name="connsiteY36" fmla="*/ 3832006 h 4270358"/>
              <a:gd name="connsiteX37" fmla="*/ 3244235 w 3898347"/>
              <a:gd name="connsiteY37" fmla="*/ 3834376 h 4270358"/>
              <a:gd name="connsiteX38" fmla="*/ 3226507 w 3898347"/>
              <a:gd name="connsiteY38" fmla="*/ 3820131 h 4270358"/>
              <a:gd name="connsiteX39" fmla="*/ 3191688 w 3898347"/>
              <a:gd name="connsiteY39" fmla="*/ 3837359 h 4270358"/>
              <a:gd name="connsiteX40" fmla="*/ 3185553 w 3898347"/>
              <a:gd name="connsiteY40" fmla="*/ 3859030 h 4270358"/>
              <a:gd name="connsiteX41" fmla="*/ 3090188 w 3898347"/>
              <a:gd name="connsiteY41" fmla="*/ 3855036 h 4270358"/>
              <a:gd name="connsiteX42" fmla="*/ 3031422 w 3898347"/>
              <a:gd name="connsiteY42" fmla="*/ 3858298 h 4270358"/>
              <a:gd name="connsiteX43" fmla="*/ 2996288 w 3898347"/>
              <a:gd name="connsiteY43" fmla="*/ 3860020 h 4270358"/>
              <a:gd name="connsiteX44" fmla="*/ 2901661 w 3898347"/>
              <a:gd name="connsiteY44" fmla="*/ 3882243 h 4270358"/>
              <a:gd name="connsiteX45" fmla="*/ 2782141 w 3898347"/>
              <a:gd name="connsiteY45" fmla="*/ 3932983 h 4270358"/>
              <a:gd name="connsiteX46" fmla="*/ 2749597 w 3898347"/>
              <a:gd name="connsiteY46" fmla="*/ 3956746 h 4270358"/>
              <a:gd name="connsiteX47" fmla="*/ 2730493 w 3898347"/>
              <a:gd name="connsiteY47" fmla="*/ 3955236 h 4270358"/>
              <a:gd name="connsiteX48" fmla="*/ 2707507 w 3898347"/>
              <a:gd name="connsiteY48" fmla="*/ 3947771 h 4270358"/>
              <a:gd name="connsiteX49" fmla="*/ 2701937 w 3898347"/>
              <a:gd name="connsiteY49" fmla="*/ 3950565 h 4270358"/>
              <a:gd name="connsiteX50" fmla="*/ 2679435 w 3898347"/>
              <a:gd name="connsiteY50" fmla="*/ 3949768 h 4270358"/>
              <a:gd name="connsiteX51" fmla="*/ 2667352 w 3898347"/>
              <a:gd name="connsiteY51" fmla="*/ 3942821 h 4270358"/>
              <a:gd name="connsiteX52" fmla="*/ 2657096 w 3898347"/>
              <a:gd name="connsiteY52" fmla="*/ 3953571 h 4270358"/>
              <a:gd name="connsiteX53" fmla="*/ 2655161 w 3898347"/>
              <a:gd name="connsiteY53" fmla="*/ 3962216 h 4270358"/>
              <a:gd name="connsiteX54" fmla="*/ 2638604 w 3898347"/>
              <a:gd name="connsiteY54" fmla="*/ 3955936 h 4270358"/>
              <a:gd name="connsiteX55" fmla="*/ 2626185 w 3898347"/>
              <a:gd name="connsiteY55" fmla="*/ 3962937 h 4270358"/>
              <a:gd name="connsiteX56" fmla="*/ 2614077 w 3898347"/>
              <a:gd name="connsiteY56" fmla="*/ 3955576 h 4270358"/>
              <a:gd name="connsiteX57" fmla="*/ 2609403 w 3898347"/>
              <a:gd name="connsiteY57" fmla="*/ 3956215 h 4270358"/>
              <a:gd name="connsiteX58" fmla="*/ 2597896 w 3898347"/>
              <a:gd name="connsiteY58" fmla="*/ 3958939 h 4270358"/>
              <a:gd name="connsiteX59" fmla="*/ 2578251 w 3898347"/>
              <a:gd name="connsiteY59" fmla="*/ 3965812 h 4270358"/>
              <a:gd name="connsiteX60" fmla="*/ 2571961 w 3898347"/>
              <a:gd name="connsiteY60" fmla="*/ 3966278 h 4270358"/>
              <a:gd name="connsiteX61" fmla="*/ 2559399 w 3898347"/>
              <a:gd name="connsiteY61" fmla="*/ 3979193 h 4270358"/>
              <a:gd name="connsiteX62" fmla="*/ 2533560 w 3898347"/>
              <a:gd name="connsiteY62" fmla="*/ 3988160 h 4270358"/>
              <a:gd name="connsiteX63" fmla="*/ 2515299 w 3898347"/>
              <a:gd name="connsiteY63" fmla="*/ 4016867 h 4270358"/>
              <a:gd name="connsiteX64" fmla="*/ 2513423 w 3898347"/>
              <a:gd name="connsiteY64" fmla="*/ 4018759 h 4270358"/>
              <a:gd name="connsiteX65" fmla="*/ 2482991 w 3898347"/>
              <a:gd name="connsiteY65" fmla="*/ 4012935 h 4270358"/>
              <a:gd name="connsiteX66" fmla="*/ 2446940 w 3898347"/>
              <a:gd name="connsiteY66" fmla="*/ 4021172 h 4270358"/>
              <a:gd name="connsiteX67" fmla="*/ 2404883 w 3898347"/>
              <a:gd name="connsiteY67" fmla="*/ 4024808 h 4270358"/>
              <a:gd name="connsiteX68" fmla="*/ 2373894 w 3898347"/>
              <a:gd name="connsiteY68" fmla="*/ 4023827 h 4270358"/>
              <a:gd name="connsiteX69" fmla="*/ 2297080 w 3898347"/>
              <a:gd name="connsiteY69" fmla="*/ 4040841 h 4270358"/>
              <a:gd name="connsiteX70" fmla="*/ 2170615 w 3898347"/>
              <a:gd name="connsiteY70" fmla="*/ 4077196 h 4270358"/>
              <a:gd name="connsiteX71" fmla="*/ 2143580 w 3898347"/>
              <a:gd name="connsiteY71" fmla="*/ 4083102 h 4270358"/>
              <a:gd name="connsiteX72" fmla="*/ 2119893 w 3898347"/>
              <a:gd name="connsiteY72" fmla="*/ 4080874 h 4270358"/>
              <a:gd name="connsiteX73" fmla="*/ 2114008 w 3898347"/>
              <a:gd name="connsiteY73" fmla="*/ 4073996 h 4270358"/>
              <a:gd name="connsiteX74" fmla="*/ 2099067 w 3898347"/>
              <a:gd name="connsiteY74" fmla="*/ 4076068 h 4270358"/>
              <a:gd name="connsiteX75" fmla="*/ 2095000 w 3898347"/>
              <a:gd name="connsiteY75" fmla="*/ 4075096 h 4270358"/>
              <a:gd name="connsiteX76" fmla="*/ 2071767 w 3898347"/>
              <a:gd name="connsiteY76" fmla="*/ 4071044 h 4270358"/>
              <a:gd name="connsiteX77" fmla="*/ 2024486 w 3898347"/>
              <a:gd name="connsiteY77" fmla="*/ 4100276 h 4270358"/>
              <a:gd name="connsiteX78" fmla="*/ 1964411 w 3898347"/>
              <a:gd name="connsiteY78" fmla="*/ 4105069 h 4270358"/>
              <a:gd name="connsiteX79" fmla="*/ 1739945 w 3898347"/>
              <a:gd name="connsiteY79" fmla="*/ 4171795 h 4270358"/>
              <a:gd name="connsiteX80" fmla="*/ 1610556 w 3898347"/>
              <a:gd name="connsiteY80" fmla="*/ 4167701 h 4270358"/>
              <a:gd name="connsiteX81" fmla="*/ 1553623 w 3898347"/>
              <a:gd name="connsiteY81" fmla="*/ 4236045 h 4270358"/>
              <a:gd name="connsiteX82" fmla="*/ 1548640 w 3898347"/>
              <a:gd name="connsiteY82" fmla="*/ 4238297 h 4270358"/>
              <a:gd name="connsiteX83" fmla="*/ 1530136 w 3898347"/>
              <a:gd name="connsiteY83" fmla="*/ 4227121 h 4270358"/>
              <a:gd name="connsiteX84" fmla="*/ 1508787 w 3898347"/>
              <a:gd name="connsiteY84" fmla="*/ 4234213 h 4270358"/>
              <a:gd name="connsiteX85" fmla="*/ 1488914 w 3898347"/>
              <a:gd name="connsiteY85" fmla="*/ 4241772 h 4270358"/>
              <a:gd name="connsiteX86" fmla="*/ 1488999 w 3898347"/>
              <a:gd name="connsiteY86" fmla="*/ 4251186 h 4270358"/>
              <a:gd name="connsiteX87" fmla="*/ 1475364 w 3898347"/>
              <a:gd name="connsiteY87" fmla="*/ 4248364 h 4270358"/>
              <a:gd name="connsiteX88" fmla="*/ 1457275 w 3898347"/>
              <a:gd name="connsiteY88" fmla="*/ 4252863 h 4270358"/>
              <a:gd name="connsiteX89" fmla="*/ 1448085 w 3898347"/>
              <a:gd name="connsiteY89" fmla="*/ 4248391 h 4270358"/>
              <a:gd name="connsiteX90" fmla="*/ 1315306 w 3898347"/>
              <a:gd name="connsiteY90" fmla="*/ 4237004 h 4270358"/>
              <a:gd name="connsiteX91" fmla="*/ 1272434 w 3898347"/>
              <a:gd name="connsiteY91" fmla="*/ 4244958 h 4270358"/>
              <a:gd name="connsiteX92" fmla="*/ 1231567 w 3898347"/>
              <a:gd name="connsiteY92" fmla="*/ 4219356 h 4270358"/>
              <a:gd name="connsiteX93" fmla="*/ 1216643 w 3898347"/>
              <a:gd name="connsiteY93" fmla="*/ 4229828 h 4270358"/>
              <a:gd name="connsiteX94" fmla="*/ 1214101 w 3898347"/>
              <a:gd name="connsiteY94" fmla="*/ 4231991 h 4270358"/>
              <a:gd name="connsiteX95" fmla="*/ 1203193 w 3898347"/>
              <a:gd name="connsiteY95" fmla="*/ 4232867 h 4270358"/>
              <a:gd name="connsiteX96" fmla="*/ 1201049 w 3898347"/>
              <a:gd name="connsiteY96" fmla="*/ 4242842 h 4270358"/>
              <a:gd name="connsiteX97" fmla="*/ 1185298 w 3898347"/>
              <a:gd name="connsiteY97" fmla="*/ 4251133 h 4270358"/>
              <a:gd name="connsiteX98" fmla="*/ 1164955 w 3898347"/>
              <a:gd name="connsiteY98" fmla="*/ 4250027 h 4270358"/>
              <a:gd name="connsiteX99" fmla="*/ 1067357 w 3898347"/>
              <a:gd name="connsiteY99" fmla="*/ 4233908 h 4270358"/>
              <a:gd name="connsiteX100" fmla="*/ 1009492 w 3898347"/>
              <a:gd name="connsiteY100" fmla="*/ 4230455 h 4270358"/>
              <a:gd name="connsiteX101" fmla="*/ 988345 w 3898347"/>
              <a:gd name="connsiteY101" fmla="*/ 4238880 h 4270358"/>
              <a:gd name="connsiteX102" fmla="*/ 958251 w 3898347"/>
              <a:gd name="connsiteY102" fmla="*/ 4244100 h 4270358"/>
              <a:gd name="connsiteX103" fmla="*/ 905785 w 3898347"/>
              <a:gd name="connsiteY103" fmla="*/ 4260845 h 4270358"/>
              <a:gd name="connsiteX104" fmla="*/ 834176 w 3898347"/>
              <a:gd name="connsiteY104" fmla="*/ 4270241 h 4270358"/>
              <a:gd name="connsiteX105" fmla="*/ 778474 w 3898347"/>
              <a:gd name="connsiteY105" fmla="*/ 4235526 h 4270358"/>
              <a:gd name="connsiteX106" fmla="*/ 774418 w 3898347"/>
              <a:gd name="connsiteY106" fmla="*/ 4242583 h 4270358"/>
              <a:gd name="connsiteX107" fmla="*/ 737705 w 3898347"/>
              <a:gd name="connsiteY107" fmla="*/ 4238891 h 4270358"/>
              <a:gd name="connsiteX108" fmla="*/ 627717 w 3898347"/>
              <a:gd name="connsiteY108" fmla="*/ 4207629 h 4270358"/>
              <a:gd name="connsiteX109" fmla="*/ 533391 w 3898347"/>
              <a:gd name="connsiteY109" fmla="*/ 4170035 h 4270358"/>
              <a:gd name="connsiteX110" fmla="*/ 508621 w 3898347"/>
              <a:gd name="connsiteY110" fmla="*/ 4176044 h 4270358"/>
              <a:gd name="connsiteX111" fmla="*/ 467082 w 3898347"/>
              <a:gd name="connsiteY111" fmla="*/ 4185616 h 4270358"/>
              <a:gd name="connsiteX112" fmla="*/ 437646 w 3898347"/>
              <a:gd name="connsiteY112" fmla="*/ 4212658 h 4270358"/>
              <a:gd name="connsiteX113" fmla="*/ 402271 w 3898347"/>
              <a:gd name="connsiteY113" fmla="*/ 4212774 h 4270358"/>
              <a:gd name="connsiteX114" fmla="*/ 391968 w 3898347"/>
              <a:gd name="connsiteY114" fmla="*/ 4187073 h 4270358"/>
              <a:gd name="connsiteX115" fmla="*/ 354806 w 3898347"/>
              <a:gd name="connsiteY115" fmla="*/ 4195545 h 4270358"/>
              <a:gd name="connsiteX116" fmla="*/ 298662 w 3898347"/>
              <a:gd name="connsiteY116" fmla="*/ 4211227 h 4270358"/>
              <a:gd name="connsiteX117" fmla="*/ 265740 w 3898347"/>
              <a:gd name="connsiteY117" fmla="*/ 4213623 h 4270358"/>
              <a:gd name="connsiteX118" fmla="*/ 176403 w 3898347"/>
              <a:gd name="connsiteY118" fmla="*/ 4227393 h 4270358"/>
              <a:gd name="connsiteX119" fmla="*/ 82528 w 3898347"/>
              <a:gd name="connsiteY119" fmla="*/ 4243774 h 4270358"/>
              <a:gd name="connsiteX120" fmla="*/ 19464 w 3898347"/>
              <a:gd name="connsiteY120" fmla="*/ 4256103 h 4270358"/>
              <a:gd name="connsiteX121" fmla="*/ 0 w 3898347"/>
              <a:gd name="connsiteY121" fmla="*/ 4221939 h 4270358"/>
              <a:gd name="connsiteX122" fmla="*/ 0 w 3898347"/>
              <a:gd name="connsiteY122" fmla="*/ 15850 h 4270358"/>
              <a:gd name="connsiteX123" fmla="*/ 3898347 w 3898347"/>
              <a:gd name="connsiteY123" fmla="*/ 0 h 4270358"/>
              <a:gd name="connsiteX0" fmla="*/ 3898347 w 3898347"/>
              <a:gd name="connsiteY0" fmla="*/ 0 h 4270358"/>
              <a:gd name="connsiteX1" fmla="*/ 3898347 w 3898347"/>
              <a:gd name="connsiteY1" fmla="*/ 3834445 h 4270358"/>
              <a:gd name="connsiteX2" fmla="*/ 3892314 w 3898347"/>
              <a:gd name="connsiteY2" fmla="*/ 3832951 h 4270358"/>
              <a:gd name="connsiteX3" fmla="*/ 3851953 w 3898347"/>
              <a:gd name="connsiteY3" fmla="*/ 3802983 h 4270358"/>
              <a:gd name="connsiteX4" fmla="*/ 3836418 w 3898347"/>
              <a:gd name="connsiteY4" fmla="*/ 3811513 h 4270358"/>
              <a:gd name="connsiteX5" fmla="*/ 3833758 w 3898347"/>
              <a:gd name="connsiteY5" fmla="*/ 3813341 h 4270358"/>
              <a:gd name="connsiteX6" fmla="*/ 3822673 w 3898347"/>
              <a:gd name="connsiteY6" fmla="*/ 3812913 h 4270358"/>
              <a:gd name="connsiteX7" fmla="*/ 3820104 w 3898347"/>
              <a:gd name="connsiteY7" fmla="*/ 3822466 h 4270358"/>
              <a:gd name="connsiteX8" fmla="*/ 3803816 w 3898347"/>
              <a:gd name="connsiteY8" fmla="*/ 3828757 h 4270358"/>
              <a:gd name="connsiteX9" fmla="*/ 3729936 w 3898347"/>
              <a:gd name="connsiteY9" fmla="*/ 3815386 h 4270358"/>
              <a:gd name="connsiteX10" fmla="*/ 3726018 w 3898347"/>
              <a:gd name="connsiteY10" fmla="*/ 3815100 h 4270358"/>
              <a:gd name="connsiteX11" fmla="*/ 3725413 w 3898347"/>
              <a:gd name="connsiteY11" fmla="*/ 3814615 h 4270358"/>
              <a:gd name="connsiteX12" fmla="*/ 3713801 w 3898347"/>
              <a:gd name="connsiteY12" fmla="*/ 3811018 h 4270358"/>
              <a:gd name="connsiteX13" fmla="*/ 3709087 w 3898347"/>
              <a:gd name="connsiteY13" fmla="*/ 3813195 h 4270358"/>
              <a:gd name="connsiteX14" fmla="*/ 3698038 w 3898347"/>
              <a:gd name="connsiteY14" fmla="*/ 3806182 h 4270358"/>
              <a:gd name="connsiteX15" fmla="*/ 3662227 w 3898347"/>
              <a:gd name="connsiteY15" fmla="*/ 3807761 h 4270358"/>
              <a:gd name="connsiteX16" fmla="*/ 3659872 w 3898347"/>
              <a:gd name="connsiteY16" fmla="*/ 3805524 h 4270358"/>
              <a:gd name="connsiteX17" fmla="*/ 3643454 w 3898347"/>
              <a:gd name="connsiteY17" fmla="*/ 3794831 h 4270358"/>
              <a:gd name="connsiteX18" fmla="*/ 3624789 w 3898347"/>
              <a:gd name="connsiteY18" fmla="*/ 3803185 h 4270358"/>
              <a:gd name="connsiteX19" fmla="*/ 3602327 w 3898347"/>
              <a:gd name="connsiteY19" fmla="*/ 3794616 h 4270358"/>
              <a:gd name="connsiteX20" fmla="*/ 3596645 w 3898347"/>
              <a:gd name="connsiteY20" fmla="*/ 3797108 h 4270358"/>
              <a:gd name="connsiteX21" fmla="*/ 3574144 w 3898347"/>
              <a:gd name="connsiteY21" fmla="*/ 3795108 h 4270358"/>
              <a:gd name="connsiteX22" fmla="*/ 3562310 w 3898347"/>
              <a:gd name="connsiteY22" fmla="*/ 3787534 h 4270358"/>
              <a:gd name="connsiteX23" fmla="*/ 3551635 w 3898347"/>
              <a:gd name="connsiteY23" fmla="*/ 3797705 h 4270358"/>
              <a:gd name="connsiteX24" fmla="*/ 3542668 w 3898347"/>
              <a:gd name="connsiteY24" fmla="*/ 3803283 h 4270358"/>
              <a:gd name="connsiteX25" fmla="*/ 3533033 w 3898347"/>
              <a:gd name="connsiteY25" fmla="*/ 3799071 h 4270358"/>
              <a:gd name="connsiteX26" fmla="*/ 3521726 w 3898347"/>
              <a:gd name="connsiteY26" fmla="*/ 3804691 h 4270358"/>
              <a:gd name="connsiteX27" fmla="*/ 3520080 w 3898347"/>
              <a:gd name="connsiteY27" fmla="*/ 3805210 h 4270358"/>
              <a:gd name="connsiteX28" fmla="*/ 3508491 w 3898347"/>
              <a:gd name="connsiteY28" fmla="*/ 3797398 h 4270358"/>
              <a:gd name="connsiteX29" fmla="*/ 3503787 w 3898347"/>
              <a:gd name="connsiteY29" fmla="*/ 3797787 h 4270358"/>
              <a:gd name="connsiteX30" fmla="*/ 3492165 w 3898347"/>
              <a:gd name="connsiteY30" fmla="*/ 3799887 h 4270358"/>
              <a:gd name="connsiteX31" fmla="*/ 3472233 w 3898347"/>
              <a:gd name="connsiteY31" fmla="*/ 3805682 h 4270358"/>
              <a:gd name="connsiteX32" fmla="*/ 3465921 w 3898347"/>
              <a:gd name="connsiteY32" fmla="*/ 3805814 h 4270358"/>
              <a:gd name="connsiteX33" fmla="*/ 3455541 w 3898347"/>
              <a:gd name="connsiteY33" fmla="*/ 3815505 h 4270358"/>
              <a:gd name="connsiteX34" fmla="*/ 3429027 w 3898347"/>
              <a:gd name="connsiteY34" fmla="*/ 3816906 h 4270358"/>
              <a:gd name="connsiteX35" fmla="*/ 3369507 w 3898347"/>
              <a:gd name="connsiteY35" fmla="*/ 3825563 h 4270358"/>
              <a:gd name="connsiteX36" fmla="*/ 3324491 w 3898347"/>
              <a:gd name="connsiteY36" fmla="*/ 3832006 h 4270358"/>
              <a:gd name="connsiteX37" fmla="*/ 3244235 w 3898347"/>
              <a:gd name="connsiteY37" fmla="*/ 3834376 h 4270358"/>
              <a:gd name="connsiteX38" fmla="*/ 3226507 w 3898347"/>
              <a:gd name="connsiteY38" fmla="*/ 3820131 h 4270358"/>
              <a:gd name="connsiteX39" fmla="*/ 3191688 w 3898347"/>
              <a:gd name="connsiteY39" fmla="*/ 3837359 h 4270358"/>
              <a:gd name="connsiteX40" fmla="*/ 3153779 w 3898347"/>
              <a:gd name="connsiteY40" fmla="*/ 3848439 h 4270358"/>
              <a:gd name="connsiteX41" fmla="*/ 3090188 w 3898347"/>
              <a:gd name="connsiteY41" fmla="*/ 3855036 h 4270358"/>
              <a:gd name="connsiteX42" fmla="*/ 3031422 w 3898347"/>
              <a:gd name="connsiteY42" fmla="*/ 3858298 h 4270358"/>
              <a:gd name="connsiteX43" fmla="*/ 2996288 w 3898347"/>
              <a:gd name="connsiteY43" fmla="*/ 3860020 h 4270358"/>
              <a:gd name="connsiteX44" fmla="*/ 2901661 w 3898347"/>
              <a:gd name="connsiteY44" fmla="*/ 3882243 h 4270358"/>
              <a:gd name="connsiteX45" fmla="*/ 2782141 w 3898347"/>
              <a:gd name="connsiteY45" fmla="*/ 3932983 h 4270358"/>
              <a:gd name="connsiteX46" fmla="*/ 2749597 w 3898347"/>
              <a:gd name="connsiteY46" fmla="*/ 3956746 h 4270358"/>
              <a:gd name="connsiteX47" fmla="*/ 2730493 w 3898347"/>
              <a:gd name="connsiteY47" fmla="*/ 3955236 h 4270358"/>
              <a:gd name="connsiteX48" fmla="*/ 2707507 w 3898347"/>
              <a:gd name="connsiteY48" fmla="*/ 3947771 h 4270358"/>
              <a:gd name="connsiteX49" fmla="*/ 2701937 w 3898347"/>
              <a:gd name="connsiteY49" fmla="*/ 3950565 h 4270358"/>
              <a:gd name="connsiteX50" fmla="*/ 2679435 w 3898347"/>
              <a:gd name="connsiteY50" fmla="*/ 3949768 h 4270358"/>
              <a:gd name="connsiteX51" fmla="*/ 2667352 w 3898347"/>
              <a:gd name="connsiteY51" fmla="*/ 3942821 h 4270358"/>
              <a:gd name="connsiteX52" fmla="*/ 2657096 w 3898347"/>
              <a:gd name="connsiteY52" fmla="*/ 3953571 h 4270358"/>
              <a:gd name="connsiteX53" fmla="*/ 2655161 w 3898347"/>
              <a:gd name="connsiteY53" fmla="*/ 3962216 h 4270358"/>
              <a:gd name="connsiteX54" fmla="*/ 2638604 w 3898347"/>
              <a:gd name="connsiteY54" fmla="*/ 3955936 h 4270358"/>
              <a:gd name="connsiteX55" fmla="*/ 2626185 w 3898347"/>
              <a:gd name="connsiteY55" fmla="*/ 3962937 h 4270358"/>
              <a:gd name="connsiteX56" fmla="*/ 2614077 w 3898347"/>
              <a:gd name="connsiteY56" fmla="*/ 3955576 h 4270358"/>
              <a:gd name="connsiteX57" fmla="*/ 2609403 w 3898347"/>
              <a:gd name="connsiteY57" fmla="*/ 3956215 h 4270358"/>
              <a:gd name="connsiteX58" fmla="*/ 2597896 w 3898347"/>
              <a:gd name="connsiteY58" fmla="*/ 3958939 h 4270358"/>
              <a:gd name="connsiteX59" fmla="*/ 2578251 w 3898347"/>
              <a:gd name="connsiteY59" fmla="*/ 3965812 h 4270358"/>
              <a:gd name="connsiteX60" fmla="*/ 2571961 w 3898347"/>
              <a:gd name="connsiteY60" fmla="*/ 3966278 h 4270358"/>
              <a:gd name="connsiteX61" fmla="*/ 2559399 w 3898347"/>
              <a:gd name="connsiteY61" fmla="*/ 3979193 h 4270358"/>
              <a:gd name="connsiteX62" fmla="*/ 2533560 w 3898347"/>
              <a:gd name="connsiteY62" fmla="*/ 3988160 h 4270358"/>
              <a:gd name="connsiteX63" fmla="*/ 2515299 w 3898347"/>
              <a:gd name="connsiteY63" fmla="*/ 4016867 h 4270358"/>
              <a:gd name="connsiteX64" fmla="*/ 2513423 w 3898347"/>
              <a:gd name="connsiteY64" fmla="*/ 4018759 h 4270358"/>
              <a:gd name="connsiteX65" fmla="*/ 2482991 w 3898347"/>
              <a:gd name="connsiteY65" fmla="*/ 4012935 h 4270358"/>
              <a:gd name="connsiteX66" fmla="*/ 2446940 w 3898347"/>
              <a:gd name="connsiteY66" fmla="*/ 4021172 h 4270358"/>
              <a:gd name="connsiteX67" fmla="*/ 2404883 w 3898347"/>
              <a:gd name="connsiteY67" fmla="*/ 4024808 h 4270358"/>
              <a:gd name="connsiteX68" fmla="*/ 2373894 w 3898347"/>
              <a:gd name="connsiteY68" fmla="*/ 4023827 h 4270358"/>
              <a:gd name="connsiteX69" fmla="*/ 2297080 w 3898347"/>
              <a:gd name="connsiteY69" fmla="*/ 4040841 h 4270358"/>
              <a:gd name="connsiteX70" fmla="*/ 2170615 w 3898347"/>
              <a:gd name="connsiteY70" fmla="*/ 4077196 h 4270358"/>
              <a:gd name="connsiteX71" fmla="*/ 2143580 w 3898347"/>
              <a:gd name="connsiteY71" fmla="*/ 4083102 h 4270358"/>
              <a:gd name="connsiteX72" fmla="*/ 2119893 w 3898347"/>
              <a:gd name="connsiteY72" fmla="*/ 4080874 h 4270358"/>
              <a:gd name="connsiteX73" fmla="*/ 2114008 w 3898347"/>
              <a:gd name="connsiteY73" fmla="*/ 4073996 h 4270358"/>
              <a:gd name="connsiteX74" fmla="*/ 2099067 w 3898347"/>
              <a:gd name="connsiteY74" fmla="*/ 4076068 h 4270358"/>
              <a:gd name="connsiteX75" fmla="*/ 2095000 w 3898347"/>
              <a:gd name="connsiteY75" fmla="*/ 4075096 h 4270358"/>
              <a:gd name="connsiteX76" fmla="*/ 2071767 w 3898347"/>
              <a:gd name="connsiteY76" fmla="*/ 4071044 h 4270358"/>
              <a:gd name="connsiteX77" fmla="*/ 2024486 w 3898347"/>
              <a:gd name="connsiteY77" fmla="*/ 4100276 h 4270358"/>
              <a:gd name="connsiteX78" fmla="*/ 1964411 w 3898347"/>
              <a:gd name="connsiteY78" fmla="*/ 4105069 h 4270358"/>
              <a:gd name="connsiteX79" fmla="*/ 1739945 w 3898347"/>
              <a:gd name="connsiteY79" fmla="*/ 4171795 h 4270358"/>
              <a:gd name="connsiteX80" fmla="*/ 1610556 w 3898347"/>
              <a:gd name="connsiteY80" fmla="*/ 4167701 h 4270358"/>
              <a:gd name="connsiteX81" fmla="*/ 1553623 w 3898347"/>
              <a:gd name="connsiteY81" fmla="*/ 4236045 h 4270358"/>
              <a:gd name="connsiteX82" fmla="*/ 1548640 w 3898347"/>
              <a:gd name="connsiteY82" fmla="*/ 4238297 h 4270358"/>
              <a:gd name="connsiteX83" fmla="*/ 1530136 w 3898347"/>
              <a:gd name="connsiteY83" fmla="*/ 4227121 h 4270358"/>
              <a:gd name="connsiteX84" fmla="*/ 1508787 w 3898347"/>
              <a:gd name="connsiteY84" fmla="*/ 4234213 h 4270358"/>
              <a:gd name="connsiteX85" fmla="*/ 1488914 w 3898347"/>
              <a:gd name="connsiteY85" fmla="*/ 4241772 h 4270358"/>
              <a:gd name="connsiteX86" fmla="*/ 1488999 w 3898347"/>
              <a:gd name="connsiteY86" fmla="*/ 4251186 h 4270358"/>
              <a:gd name="connsiteX87" fmla="*/ 1475364 w 3898347"/>
              <a:gd name="connsiteY87" fmla="*/ 4248364 h 4270358"/>
              <a:gd name="connsiteX88" fmla="*/ 1457275 w 3898347"/>
              <a:gd name="connsiteY88" fmla="*/ 4252863 h 4270358"/>
              <a:gd name="connsiteX89" fmla="*/ 1448085 w 3898347"/>
              <a:gd name="connsiteY89" fmla="*/ 4248391 h 4270358"/>
              <a:gd name="connsiteX90" fmla="*/ 1315306 w 3898347"/>
              <a:gd name="connsiteY90" fmla="*/ 4237004 h 4270358"/>
              <a:gd name="connsiteX91" fmla="*/ 1272434 w 3898347"/>
              <a:gd name="connsiteY91" fmla="*/ 4244958 h 4270358"/>
              <a:gd name="connsiteX92" fmla="*/ 1231567 w 3898347"/>
              <a:gd name="connsiteY92" fmla="*/ 4219356 h 4270358"/>
              <a:gd name="connsiteX93" fmla="*/ 1216643 w 3898347"/>
              <a:gd name="connsiteY93" fmla="*/ 4229828 h 4270358"/>
              <a:gd name="connsiteX94" fmla="*/ 1214101 w 3898347"/>
              <a:gd name="connsiteY94" fmla="*/ 4231991 h 4270358"/>
              <a:gd name="connsiteX95" fmla="*/ 1203193 w 3898347"/>
              <a:gd name="connsiteY95" fmla="*/ 4232867 h 4270358"/>
              <a:gd name="connsiteX96" fmla="*/ 1201049 w 3898347"/>
              <a:gd name="connsiteY96" fmla="*/ 4242842 h 4270358"/>
              <a:gd name="connsiteX97" fmla="*/ 1185298 w 3898347"/>
              <a:gd name="connsiteY97" fmla="*/ 4251133 h 4270358"/>
              <a:gd name="connsiteX98" fmla="*/ 1164955 w 3898347"/>
              <a:gd name="connsiteY98" fmla="*/ 4250027 h 4270358"/>
              <a:gd name="connsiteX99" fmla="*/ 1067357 w 3898347"/>
              <a:gd name="connsiteY99" fmla="*/ 4233908 h 4270358"/>
              <a:gd name="connsiteX100" fmla="*/ 1009492 w 3898347"/>
              <a:gd name="connsiteY100" fmla="*/ 4230455 h 4270358"/>
              <a:gd name="connsiteX101" fmla="*/ 988345 w 3898347"/>
              <a:gd name="connsiteY101" fmla="*/ 4238880 h 4270358"/>
              <a:gd name="connsiteX102" fmla="*/ 958251 w 3898347"/>
              <a:gd name="connsiteY102" fmla="*/ 4244100 h 4270358"/>
              <a:gd name="connsiteX103" fmla="*/ 905785 w 3898347"/>
              <a:gd name="connsiteY103" fmla="*/ 4260845 h 4270358"/>
              <a:gd name="connsiteX104" fmla="*/ 834176 w 3898347"/>
              <a:gd name="connsiteY104" fmla="*/ 4270241 h 4270358"/>
              <a:gd name="connsiteX105" fmla="*/ 778474 w 3898347"/>
              <a:gd name="connsiteY105" fmla="*/ 4235526 h 4270358"/>
              <a:gd name="connsiteX106" fmla="*/ 774418 w 3898347"/>
              <a:gd name="connsiteY106" fmla="*/ 4242583 h 4270358"/>
              <a:gd name="connsiteX107" fmla="*/ 737705 w 3898347"/>
              <a:gd name="connsiteY107" fmla="*/ 4238891 h 4270358"/>
              <a:gd name="connsiteX108" fmla="*/ 627717 w 3898347"/>
              <a:gd name="connsiteY108" fmla="*/ 4207629 h 4270358"/>
              <a:gd name="connsiteX109" fmla="*/ 533391 w 3898347"/>
              <a:gd name="connsiteY109" fmla="*/ 4170035 h 4270358"/>
              <a:gd name="connsiteX110" fmla="*/ 508621 w 3898347"/>
              <a:gd name="connsiteY110" fmla="*/ 4176044 h 4270358"/>
              <a:gd name="connsiteX111" fmla="*/ 467082 w 3898347"/>
              <a:gd name="connsiteY111" fmla="*/ 4185616 h 4270358"/>
              <a:gd name="connsiteX112" fmla="*/ 437646 w 3898347"/>
              <a:gd name="connsiteY112" fmla="*/ 4212658 h 4270358"/>
              <a:gd name="connsiteX113" fmla="*/ 402271 w 3898347"/>
              <a:gd name="connsiteY113" fmla="*/ 4212774 h 4270358"/>
              <a:gd name="connsiteX114" fmla="*/ 391968 w 3898347"/>
              <a:gd name="connsiteY114" fmla="*/ 4187073 h 4270358"/>
              <a:gd name="connsiteX115" fmla="*/ 354806 w 3898347"/>
              <a:gd name="connsiteY115" fmla="*/ 4195545 h 4270358"/>
              <a:gd name="connsiteX116" fmla="*/ 298662 w 3898347"/>
              <a:gd name="connsiteY116" fmla="*/ 4211227 h 4270358"/>
              <a:gd name="connsiteX117" fmla="*/ 265740 w 3898347"/>
              <a:gd name="connsiteY117" fmla="*/ 4213623 h 4270358"/>
              <a:gd name="connsiteX118" fmla="*/ 176403 w 3898347"/>
              <a:gd name="connsiteY118" fmla="*/ 4227393 h 4270358"/>
              <a:gd name="connsiteX119" fmla="*/ 82528 w 3898347"/>
              <a:gd name="connsiteY119" fmla="*/ 4243774 h 4270358"/>
              <a:gd name="connsiteX120" fmla="*/ 19464 w 3898347"/>
              <a:gd name="connsiteY120" fmla="*/ 4256103 h 4270358"/>
              <a:gd name="connsiteX121" fmla="*/ 0 w 3898347"/>
              <a:gd name="connsiteY121" fmla="*/ 4221939 h 4270358"/>
              <a:gd name="connsiteX122" fmla="*/ 0 w 3898347"/>
              <a:gd name="connsiteY122" fmla="*/ 15850 h 4270358"/>
              <a:gd name="connsiteX123" fmla="*/ 3898347 w 3898347"/>
              <a:gd name="connsiteY123" fmla="*/ 0 h 4270358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33391 w 3898347"/>
              <a:gd name="connsiteY109" fmla="*/ 4170035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54806 w 3898347"/>
              <a:gd name="connsiteY115" fmla="*/ 4195545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54806 w 3898347"/>
              <a:gd name="connsiteY115" fmla="*/ 4195545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10556 w 3898347"/>
              <a:gd name="connsiteY80" fmla="*/ 4167701 h 4291255"/>
              <a:gd name="connsiteX81" fmla="*/ 1553623 w 3898347"/>
              <a:gd name="connsiteY81" fmla="*/ 4236045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10556 w 3898347"/>
              <a:gd name="connsiteY80" fmla="*/ 4167701 h 4291255"/>
              <a:gd name="connsiteX81" fmla="*/ 1564215 w 3898347"/>
              <a:gd name="connsiteY81" fmla="*/ 4190149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42330 w 3898347"/>
              <a:gd name="connsiteY80" fmla="*/ 4174762 h 4291255"/>
              <a:gd name="connsiteX81" fmla="*/ 1564215 w 3898347"/>
              <a:gd name="connsiteY81" fmla="*/ 4190149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64215 w 3898347"/>
              <a:gd name="connsiteY81" fmla="*/ 419014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8105 w 3898347"/>
              <a:gd name="connsiteY109" fmla="*/ 4191218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98748 w 3898347"/>
              <a:gd name="connsiteY91" fmla="*/ 4241669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98748 w 3898347"/>
              <a:gd name="connsiteY91" fmla="*/ 4241669 h 4260845"/>
              <a:gd name="connsiteX92" fmla="*/ 1251302 w 3898347"/>
              <a:gd name="connsiteY92" fmla="*/ 4232513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88999 w 3898347"/>
              <a:gd name="connsiteY86" fmla="*/ 4251186 h 4256103"/>
              <a:gd name="connsiteX87" fmla="*/ 1475364 w 3898347"/>
              <a:gd name="connsiteY87" fmla="*/ 4248364 h 4256103"/>
              <a:gd name="connsiteX88" fmla="*/ 1444118 w 3898347"/>
              <a:gd name="connsiteY88" fmla="*/ 4246285 h 4256103"/>
              <a:gd name="connsiteX89" fmla="*/ 1405326 w 3898347"/>
              <a:gd name="connsiteY89" fmla="*/ 4248391 h 4256103"/>
              <a:gd name="connsiteX90" fmla="*/ 1344909 w 3898347"/>
              <a:gd name="connsiteY90" fmla="*/ 4237004 h 4256103"/>
              <a:gd name="connsiteX91" fmla="*/ 1298748 w 3898347"/>
              <a:gd name="connsiteY91" fmla="*/ 4241669 h 4256103"/>
              <a:gd name="connsiteX92" fmla="*/ 1251302 w 3898347"/>
              <a:gd name="connsiteY92" fmla="*/ 4232513 h 4256103"/>
              <a:gd name="connsiteX93" fmla="*/ 1216643 w 3898347"/>
              <a:gd name="connsiteY93" fmla="*/ 4229828 h 4256103"/>
              <a:gd name="connsiteX94" fmla="*/ 1214101 w 3898347"/>
              <a:gd name="connsiteY94" fmla="*/ 4231991 h 4256103"/>
              <a:gd name="connsiteX95" fmla="*/ 1203193 w 3898347"/>
              <a:gd name="connsiteY95" fmla="*/ 4232867 h 4256103"/>
              <a:gd name="connsiteX96" fmla="*/ 1201049 w 3898347"/>
              <a:gd name="connsiteY96" fmla="*/ 4242842 h 4256103"/>
              <a:gd name="connsiteX97" fmla="*/ 1185298 w 3898347"/>
              <a:gd name="connsiteY97" fmla="*/ 4251133 h 4256103"/>
              <a:gd name="connsiteX98" fmla="*/ 1164955 w 3898347"/>
              <a:gd name="connsiteY98" fmla="*/ 4250027 h 4256103"/>
              <a:gd name="connsiteX99" fmla="*/ 1067357 w 3898347"/>
              <a:gd name="connsiteY99" fmla="*/ 4233908 h 4256103"/>
              <a:gd name="connsiteX100" fmla="*/ 1009492 w 3898347"/>
              <a:gd name="connsiteY100" fmla="*/ 4230455 h 4256103"/>
              <a:gd name="connsiteX101" fmla="*/ 988345 w 3898347"/>
              <a:gd name="connsiteY101" fmla="*/ 4238880 h 4256103"/>
              <a:gd name="connsiteX102" fmla="*/ 958251 w 3898347"/>
              <a:gd name="connsiteY102" fmla="*/ 4244100 h 4256103"/>
              <a:gd name="connsiteX103" fmla="*/ 899207 w 3898347"/>
              <a:gd name="connsiteY103" fmla="*/ 4247688 h 4256103"/>
              <a:gd name="connsiteX104" fmla="*/ 837706 w 3898347"/>
              <a:gd name="connsiteY104" fmla="*/ 4245528 h 4256103"/>
              <a:gd name="connsiteX105" fmla="*/ 778474 w 3898347"/>
              <a:gd name="connsiteY105" fmla="*/ 4235526 h 4256103"/>
              <a:gd name="connsiteX106" fmla="*/ 774418 w 3898347"/>
              <a:gd name="connsiteY106" fmla="*/ 4242583 h 4256103"/>
              <a:gd name="connsiteX107" fmla="*/ 737705 w 3898347"/>
              <a:gd name="connsiteY107" fmla="*/ 4238891 h 4256103"/>
              <a:gd name="connsiteX108" fmla="*/ 641839 w 3898347"/>
              <a:gd name="connsiteY108" fmla="*/ 4211160 h 4256103"/>
              <a:gd name="connsiteX109" fmla="*/ 558105 w 3898347"/>
              <a:gd name="connsiteY109" fmla="*/ 4191218 h 4256103"/>
              <a:gd name="connsiteX110" fmla="*/ 515682 w 3898347"/>
              <a:gd name="connsiteY110" fmla="*/ 4193696 h 4256103"/>
              <a:gd name="connsiteX111" fmla="*/ 467082 w 3898347"/>
              <a:gd name="connsiteY111" fmla="*/ 4185616 h 4256103"/>
              <a:gd name="connsiteX112" fmla="*/ 437646 w 3898347"/>
              <a:gd name="connsiteY112" fmla="*/ 4212658 h 4256103"/>
              <a:gd name="connsiteX113" fmla="*/ 402271 w 3898347"/>
              <a:gd name="connsiteY113" fmla="*/ 4212774 h 4256103"/>
              <a:gd name="connsiteX114" fmla="*/ 384907 w 3898347"/>
              <a:gd name="connsiteY114" fmla="*/ 4201195 h 4256103"/>
              <a:gd name="connsiteX115" fmla="*/ 337154 w 3898347"/>
              <a:gd name="connsiteY115" fmla="*/ 4206136 h 4256103"/>
              <a:gd name="connsiteX116" fmla="*/ 298662 w 3898347"/>
              <a:gd name="connsiteY116" fmla="*/ 4211227 h 4256103"/>
              <a:gd name="connsiteX117" fmla="*/ 265740 w 3898347"/>
              <a:gd name="connsiteY117" fmla="*/ 4213623 h 4256103"/>
              <a:gd name="connsiteX118" fmla="*/ 176403 w 3898347"/>
              <a:gd name="connsiteY118" fmla="*/ 4227393 h 4256103"/>
              <a:gd name="connsiteX119" fmla="*/ 82528 w 3898347"/>
              <a:gd name="connsiteY119" fmla="*/ 4243774 h 4256103"/>
              <a:gd name="connsiteX120" fmla="*/ 19464 w 3898347"/>
              <a:gd name="connsiteY120" fmla="*/ 4256103 h 4256103"/>
              <a:gd name="connsiteX121" fmla="*/ 0 w 3898347"/>
              <a:gd name="connsiteY121" fmla="*/ 4221939 h 4256103"/>
              <a:gd name="connsiteX122" fmla="*/ 0 w 3898347"/>
              <a:gd name="connsiteY122" fmla="*/ 15850 h 4256103"/>
              <a:gd name="connsiteX123" fmla="*/ 3898347 w 3898347"/>
              <a:gd name="connsiteY123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75364 w 3898347"/>
              <a:gd name="connsiteY86" fmla="*/ 4248364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16140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79157 w 3898347"/>
              <a:gd name="connsiteY2" fmla="*/ 3836240 h 4256103"/>
              <a:gd name="connsiteX3" fmla="*/ 3851953 w 3898347"/>
              <a:gd name="connsiteY3" fmla="*/ 3816140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898347" h="4256103">
                <a:moveTo>
                  <a:pt x="3898347" y="0"/>
                </a:moveTo>
                <a:lnTo>
                  <a:pt x="3898347" y="3834445"/>
                </a:lnTo>
                <a:lnTo>
                  <a:pt x="3879157" y="3836240"/>
                </a:lnTo>
                <a:cubicBezTo>
                  <a:pt x="3885307" y="3798226"/>
                  <a:pt x="3856203" y="3861184"/>
                  <a:pt x="3851953" y="3816140"/>
                </a:cubicBezTo>
                <a:cubicBezTo>
                  <a:pt x="3846568" y="3817958"/>
                  <a:pt x="3841484" y="3807983"/>
                  <a:pt x="3836418" y="3811513"/>
                </a:cubicBezTo>
                <a:lnTo>
                  <a:pt x="3833758" y="3813341"/>
                </a:lnTo>
                <a:lnTo>
                  <a:pt x="3822673" y="3812913"/>
                </a:lnTo>
                <a:lnTo>
                  <a:pt x="3820104" y="3822466"/>
                </a:lnTo>
                <a:lnTo>
                  <a:pt x="3777502" y="3828757"/>
                </a:lnTo>
                <a:cubicBezTo>
                  <a:pt x="3762474" y="3827577"/>
                  <a:pt x="3742902" y="3817662"/>
                  <a:pt x="3729936" y="3815386"/>
                </a:cubicBezTo>
                <a:lnTo>
                  <a:pt x="3726018" y="3815100"/>
                </a:lnTo>
                <a:lnTo>
                  <a:pt x="3725413" y="3814615"/>
                </a:lnTo>
                <a:cubicBezTo>
                  <a:pt x="3721569" y="3812283"/>
                  <a:pt x="3717711" y="3810892"/>
                  <a:pt x="3713801" y="3811018"/>
                </a:cubicBezTo>
                <a:lnTo>
                  <a:pt x="3709087" y="3813195"/>
                </a:lnTo>
                <a:lnTo>
                  <a:pt x="3698038" y="3806182"/>
                </a:lnTo>
                <a:lnTo>
                  <a:pt x="3662227" y="3807761"/>
                </a:lnTo>
                <a:lnTo>
                  <a:pt x="3659872" y="3805524"/>
                </a:lnTo>
                <a:cubicBezTo>
                  <a:pt x="3654837" y="3800238"/>
                  <a:pt x="3649779" y="3795747"/>
                  <a:pt x="3643454" y="3794831"/>
                </a:cubicBezTo>
                <a:lnTo>
                  <a:pt x="3624789" y="3803185"/>
                </a:lnTo>
                <a:lnTo>
                  <a:pt x="3602327" y="3794616"/>
                </a:lnTo>
                <a:lnTo>
                  <a:pt x="3596645" y="3797108"/>
                </a:lnTo>
                <a:cubicBezTo>
                  <a:pt x="3586358" y="3794741"/>
                  <a:pt x="3572046" y="3779403"/>
                  <a:pt x="3574144" y="3795108"/>
                </a:cubicBezTo>
                <a:lnTo>
                  <a:pt x="3562310" y="3787534"/>
                </a:lnTo>
                <a:lnTo>
                  <a:pt x="3551635" y="3797705"/>
                </a:lnTo>
                <a:lnTo>
                  <a:pt x="3542668" y="3803283"/>
                </a:lnTo>
                <a:lnTo>
                  <a:pt x="3533033" y="3799071"/>
                </a:lnTo>
                <a:lnTo>
                  <a:pt x="3521726" y="3804691"/>
                </a:lnTo>
                <a:lnTo>
                  <a:pt x="3520080" y="3805210"/>
                </a:lnTo>
                <a:lnTo>
                  <a:pt x="3508491" y="3797398"/>
                </a:lnTo>
                <a:lnTo>
                  <a:pt x="3503787" y="3797787"/>
                </a:lnTo>
                <a:lnTo>
                  <a:pt x="3492165" y="3799887"/>
                </a:lnTo>
                <a:cubicBezTo>
                  <a:pt x="3486252" y="3801787"/>
                  <a:pt x="3479649" y="3804176"/>
                  <a:pt x="3472233" y="3805682"/>
                </a:cubicBezTo>
                <a:lnTo>
                  <a:pt x="3465921" y="3805814"/>
                </a:lnTo>
                <a:lnTo>
                  <a:pt x="3455541" y="3815505"/>
                </a:lnTo>
                <a:lnTo>
                  <a:pt x="3429027" y="3816906"/>
                </a:lnTo>
                <a:cubicBezTo>
                  <a:pt x="3408521" y="3817753"/>
                  <a:pt x="3388898" y="3819475"/>
                  <a:pt x="3369507" y="3825563"/>
                </a:cubicBezTo>
                <a:cubicBezTo>
                  <a:pt x="3353730" y="3819534"/>
                  <a:pt x="3338870" y="3818175"/>
                  <a:pt x="3324491" y="3832006"/>
                </a:cubicBezTo>
                <a:cubicBezTo>
                  <a:pt x="3281706" y="3833409"/>
                  <a:pt x="3271319" y="3817569"/>
                  <a:pt x="3244235" y="3834376"/>
                </a:cubicBezTo>
                <a:cubicBezTo>
                  <a:pt x="3236206" y="3826142"/>
                  <a:pt x="3230700" y="3821848"/>
                  <a:pt x="3226507" y="3820131"/>
                </a:cubicBezTo>
                <a:cubicBezTo>
                  <a:pt x="3213924" y="3814979"/>
                  <a:pt x="3213172" y="3833011"/>
                  <a:pt x="3191688" y="3837359"/>
                </a:cubicBezTo>
                <a:cubicBezTo>
                  <a:pt x="3168723" y="3844588"/>
                  <a:pt x="3175642" y="3846041"/>
                  <a:pt x="3153779" y="3848439"/>
                </a:cubicBezTo>
                <a:cubicBezTo>
                  <a:pt x="3136862" y="3851385"/>
                  <a:pt x="3115876" y="3855158"/>
                  <a:pt x="3090188" y="3855036"/>
                </a:cubicBezTo>
                <a:cubicBezTo>
                  <a:pt x="3066058" y="3880979"/>
                  <a:pt x="3059981" y="3849823"/>
                  <a:pt x="3031422" y="3858298"/>
                </a:cubicBezTo>
                <a:cubicBezTo>
                  <a:pt x="3017157" y="3868236"/>
                  <a:pt x="3007595" y="3870098"/>
                  <a:pt x="2996288" y="3860020"/>
                </a:cubicBezTo>
                <a:cubicBezTo>
                  <a:pt x="2930242" y="3908295"/>
                  <a:pt x="2959927" y="3862932"/>
                  <a:pt x="2901661" y="3882243"/>
                </a:cubicBezTo>
                <a:cubicBezTo>
                  <a:pt x="2863654" y="3897291"/>
                  <a:pt x="2822551" y="3908676"/>
                  <a:pt x="2782141" y="3932983"/>
                </a:cubicBezTo>
                <a:lnTo>
                  <a:pt x="2749597" y="3956746"/>
                </a:lnTo>
                <a:lnTo>
                  <a:pt x="2730493" y="3955236"/>
                </a:lnTo>
                <a:lnTo>
                  <a:pt x="2707507" y="3947771"/>
                </a:lnTo>
                <a:lnTo>
                  <a:pt x="2701937" y="3950565"/>
                </a:lnTo>
                <a:cubicBezTo>
                  <a:pt x="2691594" y="3948746"/>
                  <a:pt x="2676749" y="3934159"/>
                  <a:pt x="2679435" y="3949768"/>
                </a:cubicBezTo>
                <a:lnTo>
                  <a:pt x="2667352" y="3942821"/>
                </a:lnTo>
                <a:lnTo>
                  <a:pt x="2657096" y="3953571"/>
                </a:lnTo>
                <a:cubicBezTo>
                  <a:pt x="2656117" y="3956261"/>
                  <a:pt x="2655464" y="3959177"/>
                  <a:pt x="2655161" y="3962216"/>
                </a:cubicBezTo>
                <a:lnTo>
                  <a:pt x="2638604" y="3955936"/>
                </a:lnTo>
                <a:lnTo>
                  <a:pt x="2626185" y="3962937"/>
                </a:lnTo>
                <a:lnTo>
                  <a:pt x="2614077" y="3955576"/>
                </a:lnTo>
                <a:lnTo>
                  <a:pt x="2609403" y="3956215"/>
                </a:lnTo>
                <a:lnTo>
                  <a:pt x="2597896" y="3958939"/>
                </a:lnTo>
                <a:cubicBezTo>
                  <a:pt x="2592077" y="3961159"/>
                  <a:pt x="2585584" y="3963907"/>
                  <a:pt x="2578251" y="3965812"/>
                </a:cubicBezTo>
                <a:lnTo>
                  <a:pt x="2571961" y="3966278"/>
                </a:lnTo>
                <a:lnTo>
                  <a:pt x="2559399" y="3979193"/>
                </a:lnTo>
                <a:cubicBezTo>
                  <a:pt x="2550305" y="3989010"/>
                  <a:pt x="2543019" y="3995469"/>
                  <a:pt x="2533560" y="3988160"/>
                </a:cubicBezTo>
                <a:cubicBezTo>
                  <a:pt x="2526682" y="3994363"/>
                  <a:pt x="2521563" y="4007257"/>
                  <a:pt x="2515299" y="4016867"/>
                </a:cubicBezTo>
                <a:lnTo>
                  <a:pt x="2513423" y="4018759"/>
                </a:lnTo>
                <a:lnTo>
                  <a:pt x="2482991" y="4012935"/>
                </a:lnTo>
                <a:cubicBezTo>
                  <a:pt x="2469558" y="4010479"/>
                  <a:pt x="2456714" y="4010658"/>
                  <a:pt x="2446940" y="4021172"/>
                </a:cubicBezTo>
                <a:cubicBezTo>
                  <a:pt x="2445490" y="4004762"/>
                  <a:pt x="2418263" y="4035043"/>
                  <a:pt x="2404883" y="4024808"/>
                </a:cubicBezTo>
                <a:cubicBezTo>
                  <a:pt x="2395527" y="4015768"/>
                  <a:pt x="2385089" y="4022846"/>
                  <a:pt x="2373894" y="4023827"/>
                </a:cubicBezTo>
                <a:cubicBezTo>
                  <a:pt x="2360273" y="4016866"/>
                  <a:pt x="2310801" y="4031114"/>
                  <a:pt x="2297080" y="4040841"/>
                </a:cubicBezTo>
                <a:cubicBezTo>
                  <a:pt x="2262890" y="4074342"/>
                  <a:pt x="2198735" y="4051487"/>
                  <a:pt x="2170615" y="4077196"/>
                </a:cubicBezTo>
                <a:cubicBezTo>
                  <a:pt x="2161158" y="4081087"/>
                  <a:pt x="2152190" y="4082780"/>
                  <a:pt x="2143580" y="4083102"/>
                </a:cubicBezTo>
                <a:lnTo>
                  <a:pt x="2119893" y="4080874"/>
                </a:lnTo>
                <a:lnTo>
                  <a:pt x="2114008" y="4073996"/>
                </a:lnTo>
                <a:lnTo>
                  <a:pt x="2099067" y="4076068"/>
                </a:lnTo>
                <a:lnTo>
                  <a:pt x="2095000" y="4075096"/>
                </a:lnTo>
                <a:cubicBezTo>
                  <a:pt x="2087230" y="4073204"/>
                  <a:pt x="2079536" y="4071577"/>
                  <a:pt x="2071767" y="4071044"/>
                </a:cubicBezTo>
                <a:cubicBezTo>
                  <a:pt x="2077287" y="4106066"/>
                  <a:pt x="2006612" y="4072253"/>
                  <a:pt x="2024486" y="4100276"/>
                </a:cubicBezTo>
                <a:cubicBezTo>
                  <a:pt x="1982770" y="4103418"/>
                  <a:pt x="1990990" y="4145711"/>
                  <a:pt x="1944675" y="4121515"/>
                </a:cubicBezTo>
                <a:cubicBezTo>
                  <a:pt x="1876432" y="4151801"/>
                  <a:pt x="1796287" y="4126915"/>
                  <a:pt x="1739945" y="4171795"/>
                </a:cubicBezTo>
                <a:cubicBezTo>
                  <a:pt x="1680970" y="4182234"/>
                  <a:pt x="1693119" y="4173922"/>
                  <a:pt x="1662065" y="4184630"/>
                </a:cubicBezTo>
                <a:cubicBezTo>
                  <a:pt x="1658816" y="4205398"/>
                  <a:pt x="1624608" y="4174561"/>
                  <a:pt x="1595989" y="4193679"/>
                </a:cubicBezTo>
                <a:lnTo>
                  <a:pt x="1559231" y="4195932"/>
                </a:lnTo>
                <a:lnTo>
                  <a:pt x="1537197" y="4209468"/>
                </a:lnTo>
                <a:cubicBezTo>
                  <a:pt x="1524267" y="4212789"/>
                  <a:pt x="1508603" y="4203060"/>
                  <a:pt x="1508787" y="4230924"/>
                </a:cubicBezTo>
                <a:cubicBezTo>
                  <a:pt x="1500688" y="4227785"/>
                  <a:pt x="1493126" y="4234837"/>
                  <a:pt x="1488914" y="4241772"/>
                </a:cubicBezTo>
                <a:cubicBezTo>
                  <a:pt x="1483344" y="4244130"/>
                  <a:pt x="1472963" y="4244323"/>
                  <a:pt x="1465497" y="4245075"/>
                </a:cubicBezTo>
                <a:lnTo>
                  <a:pt x="1444118" y="4246285"/>
                </a:lnTo>
                <a:lnTo>
                  <a:pt x="1405326" y="4248391"/>
                </a:lnTo>
                <a:cubicBezTo>
                  <a:pt x="1362233" y="4238681"/>
                  <a:pt x="1386645" y="4253541"/>
                  <a:pt x="1344909" y="4237004"/>
                </a:cubicBezTo>
                <a:cubicBezTo>
                  <a:pt x="1319660" y="4278048"/>
                  <a:pt x="1328465" y="4235908"/>
                  <a:pt x="1298748" y="4241669"/>
                </a:cubicBezTo>
                <a:cubicBezTo>
                  <a:pt x="1303263" y="4202446"/>
                  <a:pt x="1257287" y="4277634"/>
                  <a:pt x="1251302" y="4232513"/>
                </a:cubicBezTo>
                <a:cubicBezTo>
                  <a:pt x="1246083" y="4234987"/>
                  <a:pt x="1221483" y="4225653"/>
                  <a:pt x="1216643" y="4229828"/>
                </a:cubicBezTo>
                <a:lnTo>
                  <a:pt x="1214101" y="4231991"/>
                </a:lnTo>
                <a:lnTo>
                  <a:pt x="1203193" y="4232867"/>
                </a:lnTo>
                <a:lnTo>
                  <a:pt x="1201049" y="4242842"/>
                </a:lnTo>
                <a:lnTo>
                  <a:pt x="1185298" y="4251133"/>
                </a:lnTo>
                <a:cubicBezTo>
                  <a:pt x="1179255" y="4252733"/>
                  <a:pt x="1172580" y="4252698"/>
                  <a:pt x="1164955" y="4250027"/>
                </a:cubicBezTo>
                <a:cubicBezTo>
                  <a:pt x="1138322" y="4224376"/>
                  <a:pt x="1100363" y="4267890"/>
                  <a:pt x="1067357" y="4233908"/>
                </a:cubicBezTo>
                <a:cubicBezTo>
                  <a:pt x="1055150" y="4224918"/>
                  <a:pt x="1016960" y="4218576"/>
                  <a:pt x="1009492" y="4230455"/>
                </a:cubicBezTo>
                <a:cubicBezTo>
                  <a:pt x="1001480" y="4231829"/>
                  <a:pt x="992281" y="4225396"/>
                  <a:pt x="988345" y="4238880"/>
                </a:cubicBezTo>
                <a:cubicBezTo>
                  <a:pt x="981958" y="4254801"/>
                  <a:pt x="954663" y="4223227"/>
                  <a:pt x="958251" y="4244100"/>
                </a:cubicBezTo>
                <a:cubicBezTo>
                  <a:pt x="938858" y="4222336"/>
                  <a:pt x="915951" y="4241975"/>
                  <a:pt x="899207" y="4247688"/>
                </a:cubicBezTo>
                <a:cubicBezTo>
                  <a:pt x="884002" y="4226854"/>
                  <a:pt x="873981" y="4247833"/>
                  <a:pt x="837706" y="4245528"/>
                </a:cubicBezTo>
                <a:cubicBezTo>
                  <a:pt x="821001" y="4221598"/>
                  <a:pt x="809746" y="4268977"/>
                  <a:pt x="778474" y="4235526"/>
                </a:cubicBezTo>
                <a:cubicBezTo>
                  <a:pt x="777421" y="4238161"/>
                  <a:pt x="776057" y="4240538"/>
                  <a:pt x="774418" y="4242583"/>
                </a:cubicBezTo>
                <a:cubicBezTo>
                  <a:pt x="764902" y="4254463"/>
                  <a:pt x="748468" y="4252810"/>
                  <a:pt x="737705" y="4238891"/>
                </a:cubicBezTo>
                <a:cubicBezTo>
                  <a:pt x="688302" y="4193107"/>
                  <a:pt x="682485" y="4224501"/>
                  <a:pt x="641839" y="4211160"/>
                </a:cubicBezTo>
                <a:cubicBezTo>
                  <a:pt x="596156" y="4200529"/>
                  <a:pt x="617273" y="4236299"/>
                  <a:pt x="558105" y="4191218"/>
                </a:cubicBezTo>
                <a:cubicBezTo>
                  <a:pt x="553107" y="4206459"/>
                  <a:pt x="528323" y="4202818"/>
                  <a:pt x="515682" y="4193696"/>
                </a:cubicBezTo>
                <a:cubicBezTo>
                  <a:pt x="493567" y="4189726"/>
                  <a:pt x="491022" y="4212483"/>
                  <a:pt x="467082" y="4185616"/>
                </a:cubicBezTo>
                <a:cubicBezTo>
                  <a:pt x="472585" y="4207692"/>
                  <a:pt x="425896" y="4188982"/>
                  <a:pt x="437646" y="4212658"/>
                </a:cubicBezTo>
                <a:cubicBezTo>
                  <a:pt x="424682" y="4230622"/>
                  <a:pt x="415313" y="4197369"/>
                  <a:pt x="402271" y="4212774"/>
                </a:cubicBezTo>
                <a:cubicBezTo>
                  <a:pt x="386486" y="4214846"/>
                  <a:pt x="402806" y="4204907"/>
                  <a:pt x="384907" y="4201195"/>
                </a:cubicBezTo>
                <a:cubicBezTo>
                  <a:pt x="363484" y="4200591"/>
                  <a:pt x="360732" y="4185695"/>
                  <a:pt x="337154" y="4206136"/>
                </a:cubicBezTo>
                <a:cubicBezTo>
                  <a:pt x="313728" y="4191390"/>
                  <a:pt x="328632" y="4203044"/>
                  <a:pt x="298662" y="4211227"/>
                </a:cubicBezTo>
                <a:cubicBezTo>
                  <a:pt x="284852" y="4197257"/>
                  <a:pt x="274958" y="4202411"/>
                  <a:pt x="265740" y="4213623"/>
                </a:cubicBezTo>
                <a:cubicBezTo>
                  <a:pt x="235520" y="4207388"/>
                  <a:pt x="209548" y="4223241"/>
                  <a:pt x="176403" y="4227393"/>
                </a:cubicBezTo>
                <a:cubicBezTo>
                  <a:pt x="138304" y="4239982"/>
                  <a:pt x="110954" y="4232182"/>
                  <a:pt x="82528" y="4243774"/>
                </a:cubicBezTo>
                <a:cubicBezTo>
                  <a:pt x="48751" y="4221865"/>
                  <a:pt x="39523" y="4251971"/>
                  <a:pt x="19464" y="4256103"/>
                </a:cubicBezTo>
                <a:lnTo>
                  <a:pt x="0" y="4221939"/>
                </a:lnTo>
                <a:lnTo>
                  <a:pt x="0" y="15850"/>
                </a:lnTo>
                <a:lnTo>
                  <a:pt x="3898347" y="0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2EC0A-5E54-424F-BE02-26DFFEBD6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232" y="727064"/>
            <a:ext cx="3898347" cy="4256103"/>
          </a:xfrm>
          <a:custGeom>
            <a:avLst/>
            <a:gdLst>
              <a:gd name="connsiteX0" fmla="*/ 3898347 w 3898347"/>
              <a:gd name="connsiteY0" fmla="*/ 0 h 4299085"/>
              <a:gd name="connsiteX1" fmla="*/ 3898347 w 3898347"/>
              <a:gd name="connsiteY1" fmla="*/ 3834445 h 4299085"/>
              <a:gd name="connsiteX2" fmla="*/ 3892314 w 3898347"/>
              <a:gd name="connsiteY2" fmla="*/ 3832951 h 4299085"/>
              <a:gd name="connsiteX3" fmla="*/ 3851953 w 3898347"/>
              <a:gd name="connsiteY3" fmla="*/ 3802983 h 4299085"/>
              <a:gd name="connsiteX4" fmla="*/ 3836418 w 3898347"/>
              <a:gd name="connsiteY4" fmla="*/ 3811513 h 4299085"/>
              <a:gd name="connsiteX5" fmla="*/ 3833758 w 3898347"/>
              <a:gd name="connsiteY5" fmla="*/ 3813341 h 4299085"/>
              <a:gd name="connsiteX6" fmla="*/ 3822673 w 3898347"/>
              <a:gd name="connsiteY6" fmla="*/ 3812913 h 4299085"/>
              <a:gd name="connsiteX7" fmla="*/ 3820104 w 3898347"/>
              <a:gd name="connsiteY7" fmla="*/ 3822466 h 4299085"/>
              <a:gd name="connsiteX8" fmla="*/ 3803816 w 3898347"/>
              <a:gd name="connsiteY8" fmla="*/ 3828757 h 4299085"/>
              <a:gd name="connsiteX9" fmla="*/ 3783259 w 3898347"/>
              <a:gd name="connsiteY9" fmla="*/ 3825276 h 4299085"/>
              <a:gd name="connsiteX10" fmla="*/ 3729936 w 3898347"/>
              <a:gd name="connsiteY10" fmla="*/ 3815386 h 4299085"/>
              <a:gd name="connsiteX11" fmla="*/ 3726018 w 3898347"/>
              <a:gd name="connsiteY11" fmla="*/ 3815100 h 4299085"/>
              <a:gd name="connsiteX12" fmla="*/ 3725413 w 3898347"/>
              <a:gd name="connsiteY12" fmla="*/ 3814615 h 4299085"/>
              <a:gd name="connsiteX13" fmla="*/ 3713801 w 3898347"/>
              <a:gd name="connsiteY13" fmla="*/ 3811018 h 4299085"/>
              <a:gd name="connsiteX14" fmla="*/ 3709087 w 3898347"/>
              <a:gd name="connsiteY14" fmla="*/ 3813195 h 4299085"/>
              <a:gd name="connsiteX15" fmla="*/ 3698038 w 3898347"/>
              <a:gd name="connsiteY15" fmla="*/ 3806182 h 4299085"/>
              <a:gd name="connsiteX16" fmla="*/ 3662227 w 3898347"/>
              <a:gd name="connsiteY16" fmla="*/ 3807761 h 4299085"/>
              <a:gd name="connsiteX17" fmla="*/ 3659872 w 3898347"/>
              <a:gd name="connsiteY17" fmla="*/ 3805524 h 4299085"/>
              <a:gd name="connsiteX18" fmla="*/ 3643454 w 3898347"/>
              <a:gd name="connsiteY18" fmla="*/ 3794831 h 4299085"/>
              <a:gd name="connsiteX19" fmla="*/ 3624789 w 3898347"/>
              <a:gd name="connsiteY19" fmla="*/ 3803185 h 4299085"/>
              <a:gd name="connsiteX20" fmla="*/ 3602327 w 3898347"/>
              <a:gd name="connsiteY20" fmla="*/ 3794616 h 4299085"/>
              <a:gd name="connsiteX21" fmla="*/ 3596645 w 3898347"/>
              <a:gd name="connsiteY21" fmla="*/ 3797108 h 4299085"/>
              <a:gd name="connsiteX22" fmla="*/ 3574144 w 3898347"/>
              <a:gd name="connsiteY22" fmla="*/ 3795108 h 4299085"/>
              <a:gd name="connsiteX23" fmla="*/ 3562310 w 3898347"/>
              <a:gd name="connsiteY23" fmla="*/ 3787534 h 4299085"/>
              <a:gd name="connsiteX24" fmla="*/ 3551635 w 3898347"/>
              <a:gd name="connsiteY24" fmla="*/ 3797705 h 4299085"/>
              <a:gd name="connsiteX25" fmla="*/ 3550175 w 3898347"/>
              <a:gd name="connsiteY25" fmla="*/ 3803199 h 4299085"/>
              <a:gd name="connsiteX26" fmla="*/ 3542668 w 3898347"/>
              <a:gd name="connsiteY26" fmla="*/ 3803283 h 4299085"/>
              <a:gd name="connsiteX27" fmla="*/ 3533033 w 3898347"/>
              <a:gd name="connsiteY27" fmla="*/ 3799071 h 4299085"/>
              <a:gd name="connsiteX28" fmla="*/ 3521726 w 3898347"/>
              <a:gd name="connsiteY28" fmla="*/ 3804691 h 4299085"/>
              <a:gd name="connsiteX29" fmla="*/ 3520080 w 3898347"/>
              <a:gd name="connsiteY29" fmla="*/ 3805210 h 4299085"/>
              <a:gd name="connsiteX30" fmla="*/ 3508491 w 3898347"/>
              <a:gd name="connsiteY30" fmla="*/ 3797398 h 4299085"/>
              <a:gd name="connsiteX31" fmla="*/ 3503787 w 3898347"/>
              <a:gd name="connsiteY31" fmla="*/ 3797787 h 4299085"/>
              <a:gd name="connsiteX32" fmla="*/ 3492165 w 3898347"/>
              <a:gd name="connsiteY32" fmla="*/ 3799887 h 4299085"/>
              <a:gd name="connsiteX33" fmla="*/ 3472233 w 3898347"/>
              <a:gd name="connsiteY33" fmla="*/ 3805682 h 4299085"/>
              <a:gd name="connsiteX34" fmla="*/ 3465921 w 3898347"/>
              <a:gd name="connsiteY34" fmla="*/ 3805814 h 4299085"/>
              <a:gd name="connsiteX35" fmla="*/ 3455541 w 3898347"/>
              <a:gd name="connsiteY35" fmla="*/ 3815505 h 4299085"/>
              <a:gd name="connsiteX36" fmla="*/ 3429027 w 3898347"/>
              <a:gd name="connsiteY36" fmla="*/ 3816906 h 4299085"/>
              <a:gd name="connsiteX37" fmla="*/ 3369507 w 3898347"/>
              <a:gd name="connsiteY37" fmla="*/ 3825563 h 4299085"/>
              <a:gd name="connsiteX38" fmla="*/ 3324491 w 3898347"/>
              <a:gd name="connsiteY38" fmla="*/ 3832006 h 4299085"/>
              <a:gd name="connsiteX39" fmla="*/ 3244235 w 3898347"/>
              <a:gd name="connsiteY39" fmla="*/ 3834376 h 4299085"/>
              <a:gd name="connsiteX40" fmla="*/ 3226507 w 3898347"/>
              <a:gd name="connsiteY40" fmla="*/ 3820131 h 4299085"/>
              <a:gd name="connsiteX41" fmla="*/ 3191688 w 3898347"/>
              <a:gd name="connsiteY41" fmla="*/ 3837359 h 4299085"/>
              <a:gd name="connsiteX42" fmla="*/ 3185553 w 3898347"/>
              <a:gd name="connsiteY42" fmla="*/ 3859030 h 4299085"/>
              <a:gd name="connsiteX43" fmla="*/ 3137926 w 3898347"/>
              <a:gd name="connsiteY43" fmla="*/ 3867782 h 4299085"/>
              <a:gd name="connsiteX44" fmla="*/ 3090188 w 3898347"/>
              <a:gd name="connsiteY44" fmla="*/ 3855036 h 4299085"/>
              <a:gd name="connsiteX45" fmla="*/ 3031422 w 3898347"/>
              <a:gd name="connsiteY45" fmla="*/ 3858298 h 4299085"/>
              <a:gd name="connsiteX46" fmla="*/ 2996288 w 3898347"/>
              <a:gd name="connsiteY46" fmla="*/ 3860020 h 4299085"/>
              <a:gd name="connsiteX47" fmla="*/ 2901661 w 3898347"/>
              <a:gd name="connsiteY47" fmla="*/ 3882243 h 4299085"/>
              <a:gd name="connsiteX48" fmla="*/ 2782141 w 3898347"/>
              <a:gd name="connsiteY48" fmla="*/ 3932983 h 4299085"/>
              <a:gd name="connsiteX49" fmla="*/ 2749597 w 3898347"/>
              <a:gd name="connsiteY49" fmla="*/ 3956746 h 4299085"/>
              <a:gd name="connsiteX50" fmla="*/ 2730493 w 3898347"/>
              <a:gd name="connsiteY50" fmla="*/ 3955236 h 4299085"/>
              <a:gd name="connsiteX51" fmla="*/ 2707507 w 3898347"/>
              <a:gd name="connsiteY51" fmla="*/ 3947771 h 4299085"/>
              <a:gd name="connsiteX52" fmla="*/ 2701937 w 3898347"/>
              <a:gd name="connsiteY52" fmla="*/ 3950565 h 4299085"/>
              <a:gd name="connsiteX53" fmla="*/ 2679435 w 3898347"/>
              <a:gd name="connsiteY53" fmla="*/ 3949768 h 4299085"/>
              <a:gd name="connsiteX54" fmla="*/ 2667352 w 3898347"/>
              <a:gd name="connsiteY54" fmla="*/ 3942821 h 4299085"/>
              <a:gd name="connsiteX55" fmla="*/ 2657096 w 3898347"/>
              <a:gd name="connsiteY55" fmla="*/ 3953571 h 4299085"/>
              <a:gd name="connsiteX56" fmla="*/ 2655161 w 3898347"/>
              <a:gd name="connsiteY56" fmla="*/ 3962216 h 4299085"/>
              <a:gd name="connsiteX57" fmla="*/ 2638604 w 3898347"/>
              <a:gd name="connsiteY57" fmla="*/ 3955936 h 4299085"/>
              <a:gd name="connsiteX58" fmla="*/ 2626185 w 3898347"/>
              <a:gd name="connsiteY58" fmla="*/ 3962937 h 4299085"/>
              <a:gd name="connsiteX59" fmla="*/ 2614077 w 3898347"/>
              <a:gd name="connsiteY59" fmla="*/ 3955576 h 4299085"/>
              <a:gd name="connsiteX60" fmla="*/ 2609403 w 3898347"/>
              <a:gd name="connsiteY60" fmla="*/ 3956215 h 4299085"/>
              <a:gd name="connsiteX61" fmla="*/ 2597896 w 3898347"/>
              <a:gd name="connsiteY61" fmla="*/ 3958939 h 4299085"/>
              <a:gd name="connsiteX62" fmla="*/ 2578251 w 3898347"/>
              <a:gd name="connsiteY62" fmla="*/ 3965812 h 4299085"/>
              <a:gd name="connsiteX63" fmla="*/ 2571961 w 3898347"/>
              <a:gd name="connsiteY63" fmla="*/ 3966278 h 4299085"/>
              <a:gd name="connsiteX64" fmla="*/ 2559399 w 3898347"/>
              <a:gd name="connsiteY64" fmla="*/ 3979193 h 4299085"/>
              <a:gd name="connsiteX65" fmla="*/ 2533560 w 3898347"/>
              <a:gd name="connsiteY65" fmla="*/ 3988160 h 4299085"/>
              <a:gd name="connsiteX66" fmla="*/ 2515299 w 3898347"/>
              <a:gd name="connsiteY66" fmla="*/ 4016867 h 4299085"/>
              <a:gd name="connsiteX67" fmla="*/ 2513423 w 3898347"/>
              <a:gd name="connsiteY67" fmla="*/ 4018759 h 4299085"/>
              <a:gd name="connsiteX68" fmla="*/ 2482991 w 3898347"/>
              <a:gd name="connsiteY68" fmla="*/ 4012935 h 4299085"/>
              <a:gd name="connsiteX69" fmla="*/ 2446940 w 3898347"/>
              <a:gd name="connsiteY69" fmla="*/ 4021172 h 4299085"/>
              <a:gd name="connsiteX70" fmla="*/ 2404883 w 3898347"/>
              <a:gd name="connsiteY70" fmla="*/ 4024808 h 4299085"/>
              <a:gd name="connsiteX71" fmla="*/ 2373894 w 3898347"/>
              <a:gd name="connsiteY71" fmla="*/ 4023827 h 4299085"/>
              <a:gd name="connsiteX72" fmla="*/ 2297080 w 3898347"/>
              <a:gd name="connsiteY72" fmla="*/ 4040841 h 4299085"/>
              <a:gd name="connsiteX73" fmla="*/ 2170615 w 3898347"/>
              <a:gd name="connsiteY73" fmla="*/ 4077196 h 4299085"/>
              <a:gd name="connsiteX74" fmla="*/ 2143580 w 3898347"/>
              <a:gd name="connsiteY74" fmla="*/ 4083102 h 4299085"/>
              <a:gd name="connsiteX75" fmla="*/ 2119893 w 3898347"/>
              <a:gd name="connsiteY75" fmla="*/ 4080874 h 4299085"/>
              <a:gd name="connsiteX76" fmla="*/ 2114008 w 3898347"/>
              <a:gd name="connsiteY76" fmla="*/ 4073996 h 4299085"/>
              <a:gd name="connsiteX77" fmla="*/ 2099067 w 3898347"/>
              <a:gd name="connsiteY77" fmla="*/ 4076068 h 4299085"/>
              <a:gd name="connsiteX78" fmla="*/ 2095000 w 3898347"/>
              <a:gd name="connsiteY78" fmla="*/ 4075096 h 4299085"/>
              <a:gd name="connsiteX79" fmla="*/ 2071767 w 3898347"/>
              <a:gd name="connsiteY79" fmla="*/ 4071044 h 4299085"/>
              <a:gd name="connsiteX80" fmla="*/ 2024486 w 3898347"/>
              <a:gd name="connsiteY80" fmla="*/ 4100276 h 4299085"/>
              <a:gd name="connsiteX81" fmla="*/ 1964411 w 3898347"/>
              <a:gd name="connsiteY81" fmla="*/ 4105069 h 4299085"/>
              <a:gd name="connsiteX82" fmla="*/ 1739945 w 3898347"/>
              <a:gd name="connsiteY82" fmla="*/ 4171795 h 4299085"/>
              <a:gd name="connsiteX83" fmla="*/ 1610556 w 3898347"/>
              <a:gd name="connsiteY83" fmla="*/ 4167701 h 4299085"/>
              <a:gd name="connsiteX84" fmla="*/ 1553623 w 3898347"/>
              <a:gd name="connsiteY84" fmla="*/ 4236045 h 4299085"/>
              <a:gd name="connsiteX85" fmla="*/ 1548640 w 3898347"/>
              <a:gd name="connsiteY85" fmla="*/ 4238297 h 4299085"/>
              <a:gd name="connsiteX86" fmla="*/ 1530136 w 3898347"/>
              <a:gd name="connsiteY86" fmla="*/ 4227121 h 4299085"/>
              <a:gd name="connsiteX87" fmla="*/ 1508787 w 3898347"/>
              <a:gd name="connsiteY87" fmla="*/ 4234213 h 4299085"/>
              <a:gd name="connsiteX88" fmla="*/ 1488914 w 3898347"/>
              <a:gd name="connsiteY88" fmla="*/ 4241772 h 4299085"/>
              <a:gd name="connsiteX89" fmla="*/ 1488999 w 3898347"/>
              <a:gd name="connsiteY89" fmla="*/ 4251186 h 4299085"/>
              <a:gd name="connsiteX90" fmla="*/ 1475364 w 3898347"/>
              <a:gd name="connsiteY90" fmla="*/ 4248364 h 4299085"/>
              <a:gd name="connsiteX91" fmla="*/ 1457275 w 3898347"/>
              <a:gd name="connsiteY91" fmla="*/ 4252863 h 4299085"/>
              <a:gd name="connsiteX92" fmla="*/ 1448085 w 3898347"/>
              <a:gd name="connsiteY92" fmla="*/ 4248391 h 4299085"/>
              <a:gd name="connsiteX93" fmla="*/ 1315306 w 3898347"/>
              <a:gd name="connsiteY93" fmla="*/ 4237004 h 4299085"/>
              <a:gd name="connsiteX94" fmla="*/ 1272434 w 3898347"/>
              <a:gd name="connsiteY94" fmla="*/ 4244958 h 4299085"/>
              <a:gd name="connsiteX95" fmla="*/ 1231567 w 3898347"/>
              <a:gd name="connsiteY95" fmla="*/ 4219356 h 4299085"/>
              <a:gd name="connsiteX96" fmla="*/ 1216643 w 3898347"/>
              <a:gd name="connsiteY96" fmla="*/ 4229828 h 4299085"/>
              <a:gd name="connsiteX97" fmla="*/ 1214101 w 3898347"/>
              <a:gd name="connsiteY97" fmla="*/ 4231991 h 4299085"/>
              <a:gd name="connsiteX98" fmla="*/ 1203193 w 3898347"/>
              <a:gd name="connsiteY98" fmla="*/ 4232867 h 4299085"/>
              <a:gd name="connsiteX99" fmla="*/ 1201049 w 3898347"/>
              <a:gd name="connsiteY99" fmla="*/ 4242842 h 4299085"/>
              <a:gd name="connsiteX100" fmla="*/ 1185298 w 3898347"/>
              <a:gd name="connsiteY100" fmla="*/ 4251133 h 4299085"/>
              <a:gd name="connsiteX101" fmla="*/ 1164955 w 3898347"/>
              <a:gd name="connsiteY101" fmla="*/ 4250027 h 4299085"/>
              <a:gd name="connsiteX102" fmla="*/ 1067357 w 3898347"/>
              <a:gd name="connsiteY102" fmla="*/ 4233908 h 4299085"/>
              <a:gd name="connsiteX103" fmla="*/ 1009492 w 3898347"/>
              <a:gd name="connsiteY103" fmla="*/ 4230455 h 4299085"/>
              <a:gd name="connsiteX104" fmla="*/ 988345 w 3898347"/>
              <a:gd name="connsiteY104" fmla="*/ 4238880 h 4299085"/>
              <a:gd name="connsiteX105" fmla="*/ 958251 w 3898347"/>
              <a:gd name="connsiteY105" fmla="*/ 4244100 h 4299085"/>
              <a:gd name="connsiteX106" fmla="*/ 905785 w 3898347"/>
              <a:gd name="connsiteY106" fmla="*/ 4260845 h 4299085"/>
              <a:gd name="connsiteX107" fmla="*/ 834176 w 3898347"/>
              <a:gd name="connsiteY107" fmla="*/ 4270241 h 4299085"/>
              <a:gd name="connsiteX108" fmla="*/ 778474 w 3898347"/>
              <a:gd name="connsiteY108" fmla="*/ 4235526 h 4299085"/>
              <a:gd name="connsiteX109" fmla="*/ 774418 w 3898347"/>
              <a:gd name="connsiteY109" fmla="*/ 4242583 h 4299085"/>
              <a:gd name="connsiteX110" fmla="*/ 737705 w 3898347"/>
              <a:gd name="connsiteY110" fmla="*/ 4238891 h 4299085"/>
              <a:gd name="connsiteX111" fmla="*/ 605027 w 3898347"/>
              <a:gd name="connsiteY111" fmla="*/ 4175863 h 4299085"/>
              <a:gd name="connsiteX112" fmla="*/ 533391 w 3898347"/>
              <a:gd name="connsiteY112" fmla="*/ 4170035 h 4299085"/>
              <a:gd name="connsiteX113" fmla="*/ 508621 w 3898347"/>
              <a:gd name="connsiteY113" fmla="*/ 4176044 h 4299085"/>
              <a:gd name="connsiteX114" fmla="*/ 467082 w 3898347"/>
              <a:gd name="connsiteY114" fmla="*/ 4185616 h 4299085"/>
              <a:gd name="connsiteX115" fmla="*/ 437646 w 3898347"/>
              <a:gd name="connsiteY115" fmla="*/ 4212658 h 4299085"/>
              <a:gd name="connsiteX116" fmla="*/ 402271 w 3898347"/>
              <a:gd name="connsiteY116" fmla="*/ 4212774 h 4299085"/>
              <a:gd name="connsiteX117" fmla="*/ 391968 w 3898347"/>
              <a:gd name="connsiteY117" fmla="*/ 4187073 h 4299085"/>
              <a:gd name="connsiteX118" fmla="*/ 354806 w 3898347"/>
              <a:gd name="connsiteY118" fmla="*/ 4195545 h 4299085"/>
              <a:gd name="connsiteX119" fmla="*/ 298662 w 3898347"/>
              <a:gd name="connsiteY119" fmla="*/ 4211227 h 4299085"/>
              <a:gd name="connsiteX120" fmla="*/ 265740 w 3898347"/>
              <a:gd name="connsiteY120" fmla="*/ 4213623 h 4299085"/>
              <a:gd name="connsiteX121" fmla="*/ 176403 w 3898347"/>
              <a:gd name="connsiteY121" fmla="*/ 4227393 h 4299085"/>
              <a:gd name="connsiteX122" fmla="*/ 87367 w 3898347"/>
              <a:gd name="connsiteY122" fmla="*/ 4246680 h 4299085"/>
              <a:gd name="connsiteX123" fmla="*/ 37148 w 3898347"/>
              <a:gd name="connsiteY123" fmla="*/ 4289154 h 4299085"/>
              <a:gd name="connsiteX124" fmla="*/ 5850 w 3898347"/>
              <a:gd name="connsiteY124" fmla="*/ 4296945 h 4299085"/>
              <a:gd name="connsiteX125" fmla="*/ 0 w 3898347"/>
              <a:gd name="connsiteY125" fmla="*/ 4299085 h 4299085"/>
              <a:gd name="connsiteX126" fmla="*/ 0 w 3898347"/>
              <a:gd name="connsiteY126" fmla="*/ 15850 h 4299085"/>
              <a:gd name="connsiteX0" fmla="*/ 3898347 w 3898347"/>
              <a:gd name="connsiteY0" fmla="*/ 0 h 4299085"/>
              <a:gd name="connsiteX1" fmla="*/ 3898347 w 3898347"/>
              <a:gd name="connsiteY1" fmla="*/ 3834445 h 4299085"/>
              <a:gd name="connsiteX2" fmla="*/ 3892314 w 3898347"/>
              <a:gd name="connsiteY2" fmla="*/ 3832951 h 4299085"/>
              <a:gd name="connsiteX3" fmla="*/ 3851953 w 3898347"/>
              <a:gd name="connsiteY3" fmla="*/ 3802983 h 4299085"/>
              <a:gd name="connsiteX4" fmla="*/ 3836418 w 3898347"/>
              <a:gd name="connsiteY4" fmla="*/ 3811513 h 4299085"/>
              <a:gd name="connsiteX5" fmla="*/ 3833758 w 3898347"/>
              <a:gd name="connsiteY5" fmla="*/ 3813341 h 4299085"/>
              <a:gd name="connsiteX6" fmla="*/ 3822673 w 3898347"/>
              <a:gd name="connsiteY6" fmla="*/ 3812913 h 4299085"/>
              <a:gd name="connsiteX7" fmla="*/ 3820104 w 3898347"/>
              <a:gd name="connsiteY7" fmla="*/ 3822466 h 4299085"/>
              <a:gd name="connsiteX8" fmla="*/ 3803816 w 3898347"/>
              <a:gd name="connsiteY8" fmla="*/ 3828757 h 4299085"/>
              <a:gd name="connsiteX9" fmla="*/ 3783259 w 3898347"/>
              <a:gd name="connsiteY9" fmla="*/ 3825276 h 4299085"/>
              <a:gd name="connsiteX10" fmla="*/ 3729936 w 3898347"/>
              <a:gd name="connsiteY10" fmla="*/ 3815386 h 4299085"/>
              <a:gd name="connsiteX11" fmla="*/ 3726018 w 3898347"/>
              <a:gd name="connsiteY11" fmla="*/ 3815100 h 4299085"/>
              <a:gd name="connsiteX12" fmla="*/ 3725413 w 3898347"/>
              <a:gd name="connsiteY12" fmla="*/ 3814615 h 4299085"/>
              <a:gd name="connsiteX13" fmla="*/ 3713801 w 3898347"/>
              <a:gd name="connsiteY13" fmla="*/ 3811018 h 4299085"/>
              <a:gd name="connsiteX14" fmla="*/ 3709087 w 3898347"/>
              <a:gd name="connsiteY14" fmla="*/ 3813195 h 4299085"/>
              <a:gd name="connsiteX15" fmla="*/ 3698038 w 3898347"/>
              <a:gd name="connsiteY15" fmla="*/ 3806182 h 4299085"/>
              <a:gd name="connsiteX16" fmla="*/ 3662227 w 3898347"/>
              <a:gd name="connsiteY16" fmla="*/ 3807761 h 4299085"/>
              <a:gd name="connsiteX17" fmla="*/ 3659872 w 3898347"/>
              <a:gd name="connsiteY17" fmla="*/ 3805524 h 4299085"/>
              <a:gd name="connsiteX18" fmla="*/ 3643454 w 3898347"/>
              <a:gd name="connsiteY18" fmla="*/ 3794831 h 4299085"/>
              <a:gd name="connsiteX19" fmla="*/ 3624789 w 3898347"/>
              <a:gd name="connsiteY19" fmla="*/ 3803185 h 4299085"/>
              <a:gd name="connsiteX20" fmla="*/ 3602327 w 3898347"/>
              <a:gd name="connsiteY20" fmla="*/ 3794616 h 4299085"/>
              <a:gd name="connsiteX21" fmla="*/ 3596645 w 3898347"/>
              <a:gd name="connsiteY21" fmla="*/ 3797108 h 4299085"/>
              <a:gd name="connsiteX22" fmla="*/ 3574144 w 3898347"/>
              <a:gd name="connsiteY22" fmla="*/ 3795108 h 4299085"/>
              <a:gd name="connsiteX23" fmla="*/ 3562310 w 3898347"/>
              <a:gd name="connsiteY23" fmla="*/ 3787534 h 4299085"/>
              <a:gd name="connsiteX24" fmla="*/ 3551635 w 3898347"/>
              <a:gd name="connsiteY24" fmla="*/ 3797705 h 4299085"/>
              <a:gd name="connsiteX25" fmla="*/ 3550175 w 3898347"/>
              <a:gd name="connsiteY25" fmla="*/ 3803199 h 4299085"/>
              <a:gd name="connsiteX26" fmla="*/ 3542668 w 3898347"/>
              <a:gd name="connsiteY26" fmla="*/ 3803283 h 4299085"/>
              <a:gd name="connsiteX27" fmla="*/ 3533033 w 3898347"/>
              <a:gd name="connsiteY27" fmla="*/ 3799071 h 4299085"/>
              <a:gd name="connsiteX28" fmla="*/ 3521726 w 3898347"/>
              <a:gd name="connsiteY28" fmla="*/ 3804691 h 4299085"/>
              <a:gd name="connsiteX29" fmla="*/ 3520080 w 3898347"/>
              <a:gd name="connsiteY29" fmla="*/ 3805210 h 4299085"/>
              <a:gd name="connsiteX30" fmla="*/ 3508491 w 3898347"/>
              <a:gd name="connsiteY30" fmla="*/ 3797398 h 4299085"/>
              <a:gd name="connsiteX31" fmla="*/ 3503787 w 3898347"/>
              <a:gd name="connsiteY31" fmla="*/ 3797787 h 4299085"/>
              <a:gd name="connsiteX32" fmla="*/ 3492165 w 3898347"/>
              <a:gd name="connsiteY32" fmla="*/ 3799887 h 4299085"/>
              <a:gd name="connsiteX33" fmla="*/ 3472233 w 3898347"/>
              <a:gd name="connsiteY33" fmla="*/ 3805682 h 4299085"/>
              <a:gd name="connsiteX34" fmla="*/ 3465921 w 3898347"/>
              <a:gd name="connsiteY34" fmla="*/ 3805814 h 4299085"/>
              <a:gd name="connsiteX35" fmla="*/ 3455541 w 3898347"/>
              <a:gd name="connsiteY35" fmla="*/ 3815505 h 4299085"/>
              <a:gd name="connsiteX36" fmla="*/ 3429027 w 3898347"/>
              <a:gd name="connsiteY36" fmla="*/ 3816906 h 4299085"/>
              <a:gd name="connsiteX37" fmla="*/ 3369507 w 3898347"/>
              <a:gd name="connsiteY37" fmla="*/ 3825563 h 4299085"/>
              <a:gd name="connsiteX38" fmla="*/ 3324491 w 3898347"/>
              <a:gd name="connsiteY38" fmla="*/ 3832006 h 4299085"/>
              <a:gd name="connsiteX39" fmla="*/ 3244235 w 3898347"/>
              <a:gd name="connsiteY39" fmla="*/ 3834376 h 4299085"/>
              <a:gd name="connsiteX40" fmla="*/ 3226507 w 3898347"/>
              <a:gd name="connsiteY40" fmla="*/ 3820131 h 4299085"/>
              <a:gd name="connsiteX41" fmla="*/ 3191688 w 3898347"/>
              <a:gd name="connsiteY41" fmla="*/ 3837359 h 4299085"/>
              <a:gd name="connsiteX42" fmla="*/ 3185553 w 3898347"/>
              <a:gd name="connsiteY42" fmla="*/ 3859030 h 4299085"/>
              <a:gd name="connsiteX43" fmla="*/ 3137926 w 3898347"/>
              <a:gd name="connsiteY43" fmla="*/ 3867782 h 4299085"/>
              <a:gd name="connsiteX44" fmla="*/ 3090188 w 3898347"/>
              <a:gd name="connsiteY44" fmla="*/ 3855036 h 4299085"/>
              <a:gd name="connsiteX45" fmla="*/ 3031422 w 3898347"/>
              <a:gd name="connsiteY45" fmla="*/ 3858298 h 4299085"/>
              <a:gd name="connsiteX46" fmla="*/ 2996288 w 3898347"/>
              <a:gd name="connsiteY46" fmla="*/ 3860020 h 4299085"/>
              <a:gd name="connsiteX47" fmla="*/ 2901661 w 3898347"/>
              <a:gd name="connsiteY47" fmla="*/ 3882243 h 4299085"/>
              <a:gd name="connsiteX48" fmla="*/ 2782141 w 3898347"/>
              <a:gd name="connsiteY48" fmla="*/ 3932983 h 4299085"/>
              <a:gd name="connsiteX49" fmla="*/ 2749597 w 3898347"/>
              <a:gd name="connsiteY49" fmla="*/ 3956746 h 4299085"/>
              <a:gd name="connsiteX50" fmla="*/ 2730493 w 3898347"/>
              <a:gd name="connsiteY50" fmla="*/ 3955236 h 4299085"/>
              <a:gd name="connsiteX51" fmla="*/ 2707507 w 3898347"/>
              <a:gd name="connsiteY51" fmla="*/ 3947771 h 4299085"/>
              <a:gd name="connsiteX52" fmla="*/ 2701937 w 3898347"/>
              <a:gd name="connsiteY52" fmla="*/ 3950565 h 4299085"/>
              <a:gd name="connsiteX53" fmla="*/ 2679435 w 3898347"/>
              <a:gd name="connsiteY53" fmla="*/ 3949768 h 4299085"/>
              <a:gd name="connsiteX54" fmla="*/ 2667352 w 3898347"/>
              <a:gd name="connsiteY54" fmla="*/ 3942821 h 4299085"/>
              <a:gd name="connsiteX55" fmla="*/ 2657096 w 3898347"/>
              <a:gd name="connsiteY55" fmla="*/ 3953571 h 4299085"/>
              <a:gd name="connsiteX56" fmla="*/ 2655161 w 3898347"/>
              <a:gd name="connsiteY56" fmla="*/ 3962216 h 4299085"/>
              <a:gd name="connsiteX57" fmla="*/ 2638604 w 3898347"/>
              <a:gd name="connsiteY57" fmla="*/ 3955936 h 4299085"/>
              <a:gd name="connsiteX58" fmla="*/ 2626185 w 3898347"/>
              <a:gd name="connsiteY58" fmla="*/ 3962937 h 4299085"/>
              <a:gd name="connsiteX59" fmla="*/ 2614077 w 3898347"/>
              <a:gd name="connsiteY59" fmla="*/ 3955576 h 4299085"/>
              <a:gd name="connsiteX60" fmla="*/ 2609403 w 3898347"/>
              <a:gd name="connsiteY60" fmla="*/ 3956215 h 4299085"/>
              <a:gd name="connsiteX61" fmla="*/ 2597896 w 3898347"/>
              <a:gd name="connsiteY61" fmla="*/ 3958939 h 4299085"/>
              <a:gd name="connsiteX62" fmla="*/ 2578251 w 3898347"/>
              <a:gd name="connsiteY62" fmla="*/ 3965812 h 4299085"/>
              <a:gd name="connsiteX63" fmla="*/ 2571961 w 3898347"/>
              <a:gd name="connsiteY63" fmla="*/ 3966278 h 4299085"/>
              <a:gd name="connsiteX64" fmla="*/ 2559399 w 3898347"/>
              <a:gd name="connsiteY64" fmla="*/ 3979193 h 4299085"/>
              <a:gd name="connsiteX65" fmla="*/ 2533560 w 3898347"/>
              <a:gd name="connsiteY65" fmla="*/ 3988160 h 4299085"/>
              <a:gd name="connsiteX66" fmla="*/ 2515299 w 3898347"/>
              <a:gd name="connsiteY66" fmla="*/ 4016867 h 4299085"/>
              <a:gd name="connsiteX67" fmla="*/ 2513423 w 3898347"/>
              <a:gd name="connsiteY67" fmla="*/ 4018759 h 4299085"/>
              <a:gd name="connsiteX68" fmla="*/ 2482991 w 3898347"/>
              <a:gd name="connsiteY68" fmla="*/ 4012935 h 4299085"/>
              <a:gd name="connsiteX69" fmla="*/ 2446940 w 3898347"/>
              <a:gd name="connsiteY69" fmla="*/ 4021172 h 4299085"/>
              <a:gd name="connsiteX70" fmla="*/ 2404883 w 3898347"/>
              <a:gd name="connsiteY70" fmla="*/ 4024808 h 4299085"/>
              <a:gd name="connsiteX71" fmla="*/ 2373894 w 3898347"/>
              <a:gd name="connsiteY71" fmla="*/ 4023827 h 4299085"/>
              <a:gd name="connsiteX72" fmla="*/ 2297080 w 3898347"/>
              <a:gd name="connsiteY72" fmla="*/ 4040841 h 4299085"/>
              <a:gd name="connsiteX73" fmla="*/ 2170615 w 3898347"/>
              <a:gd name="connsiteY73" fmla="*/ 4077196 h 4299085"/>
              <a:gd name="connsiteX74" fmla="*/ 2143580 w 3898347"/>
              <a:gd name="connsiteY74" fmla="*/ 4083102 h 4299085"/>
              <a:gd name="connsiteX75" fmla="*/ 2119893 w 3898347"/>
              <a:gd name="connsiteY75" fmla="*/ 4080874 h 4299085"/>
              <a:gd name="connsiteX76" fmla="*/ 2114008 w 3898347"/>
              <a:gd name="connsiteY76" fmla="*/ 4073996 h 4299085"/>
              <a:gd name="connsiteX77" fmla="*/ 2099067 w 3898347"/>
              <a:gd name="connsiteY77" fmla="*/ 4076068 h 4299085"/>
              <a:gd name="connsiteX78" fmla="*/ 2095000 w 3898347"/>
              <a:gd name="connsiteY78" fmla="*/ 4075096 h 4299085"/>
              <a:gd name="connsiteX79" fmla="*/ 2071767 w 3898347"/>
              <a:gd name="connsiteY79" fmla="*/ 4071044 h 4299085"/>
              <a:gd name="connsiteX80" fmla="*/ 2024486 w 3898347"/>
              <a:gd name="connsiteY80" fmla="*/ 4100276 h 4299085"/>
              <a:gd name="connsiteX81" fmla="*/ 1964411 w 3898347"/>
              <a:gd name="connsiteY81" fmla="*/ 4105069 h 4299085"/>
              <a:gd name="connsiteX82" fmla="*/ 1739945 w 3898347"/>
              <a:gd name="connsiteY82" fmla="*/ 4171795 h 4299085"/>
              <a:gd name="connsiteX83" fmla="*/ 1610556 w 3898347"/>
              <a:gd name="connsiteY83" fmla="*/ 4167701 h 4299085"/>
              <a:gd name="connsiteX84" fmla="*/ 1553623 w 3898347"/>
              <a:gd name="connsiteY84" fmla="*/ 4236045 h 4299085"/>
              <a:gd name="connsiteX85" fmla="*/ 1548640 w 3898347"/>
              <a:gd name="connsiteY85" fmla="*/ 4238297 h 4299085"/>
              <a:gd name="connsiteX86" fmla="*/ 1530136 w 3898347"/>
              <a:gd name="connsiteY86" fmla="*/ 4227121 h 4299085"/>
              <a:gd name="connsiteX87" fmla="*/ 1508787 w 3898347"/>
              <a:gd name="connsiteY87" fmla="*/ 4234213 h 4299085"/>
              <a:gd name="connsiteX88" fmla="*/ 1488914 w 3898347"/>
              <a:gd name="connsiteY88" fmla="*/ 4241772 h 4299085"/>
              <a:gd name="connsiteX89" fmla="*/ 1488999 w 3898347"/>
              <a:gd name="connsiteY89" fmla="*/ 4251186 h 4299085"/>
              <a:gd name="connsiteX90" fmla="*/ 1475364 w 3898347"/>
              <a:gd name="connsiteY90" fmla="*/ 4248364 h 4299085"/>
              <a:gd name="connsiteX91" fmla="*/ 1457275 w 3898347"/>
              <a:gd name="connsiteY91" fmla="*/ 4252863 h 4299085"/>
              <a:gd name="connsiteX92" fmla="*/ 1448085 w 3898347"/>
              <a:gd name="connsiteY92" fmla="*/ 4248391 h 4299085"/>
              <a:gd name="connsiteX93" fmla="*/ 1315306 w 3898347"/>
              <a:gd name="connsiteY93" fmla="*/ 4237004 h 4299085"/>
              <a:gd name="connsiteX94" fmla="*/ 1272434 w 3898347"/>
              <a:gd name="connsiteY94" fmla="*/ 4244958 h 4299085"/>
              <a:gd name="connsiteX95" fmla="*/ 1231567 w 3898347"/>
              <a:gd name="connsiteY95" fmla="*/ 4219356 h 4299085"/>
              <a:gd name="connsiteX96" fmla="*/ 1216643 w 3898347"/>
              <a:gd name="connsiteY96" fmla="*/ 4229828 h 4299085"/>
              <a:gd name="connsiteX97" fmla="*/ 1214101 w 3898347"/>
              <a:gd name="connsiteY97" fmla="*/ 4231991 h 4299085"/>
              <a:gd name="connsiteX98" fmla="*/ 1203193 w 3898347"/>
              <a:gd name="connsiteY98" fmla="*/ 4232867 h 4299085"/>
              <a:gd name="connsiteX99" fmla="*/ 1201049 w 3898347"/>
              <a:gd name="connsiteY99" fmla="*/ 4242842 h 4299085"/>
              <a:gd name="connsiteX100" fmla="*/ 1185298 w 3898347"/>
              <a:gd name="connsiteY100" fmla="*/ 4251133 h 4299085"/>
              <a:gd name="connsiteX101" fmla="*/ 1164955 w 3898347"/>
              <a:gd name="connsiteY101" fmla="*/ 4250027 h 4299085"/>
              <a:gd name="connsiteX102" fmla="*/ 1067357 w 3898347"/>
              <a:gd name="connsiteY102" fmla="*/ 4233908 h 4299085"/>
              <a:gd name="connsiteX103" fmla="*/ 1009492 w 3898347"/>
              <a:gd name="connsiteY103" fmla="*/ 4230455 h 4299085"/>
              <a:gd name="connsiteX104" fmla="*/ 988345 w 3898347"/>
              <a:gd name="connsiteY104" fmla="*/ 4238880 h 4299085"/>
              <a:gd name="connsiteX105" fmla="*/ 958251 w 3898347"/>
              <a:gd name="connsiteY105" fmla="*/ 4244100 h 4299085"/>
              <a:gd name="connsiteX106" fmla="*/ 905785 w 3898347"/>
              <a:gd name="connsiteY106" fmla="*/ 4260845 h 4299085"/>
              <a:gd name="connsiteX107" fmla="*/ 834176 w 3898347"/>
              <a:gd name="connsiteY107" fmla="*/ 4270241 h 4299085"/>
              <a:gd name="connsiteX108" fmla="*/ 778474 w 3898347"/>
              <a:gd name="connsiteY108" fmla="*/ 4235526 h 4299085"/>
              <a:gd name="connsiteX109" fmla="*/ 774418 w 3898347"/>
              <a:gd name="connsiteY109" fmla="*/ 4242583 h 4299085"/>
              <a:gd name="connsiteX110" fmla="*/ 737705 w 3898347"/>
              <a:gd name="connsiteY110" fmla="*/ 4238891 h 4299085"/>
              <a:gd name="connsiteX111" fmla="*/ 605027 w 3898347"/>
              <a:gd name="connsiteY111" fmla="*/ 4175863 h 4299085"/>
              <a:gd name="connsiteX112" fmla="*/ 533391 w 3898347"/>
              <a:gd name="connsiteY112" fmla="*/ 4170035 h 4299085"/>
              <a:gd name="connsiteX113" fmla="*/ 508621 w 3898347"/>
              <a:gd name="connsiteY113" fmla="*/ 4176044 h 4299085"/>
              <a:gd name="connsiteX114" fmla="*/ 467082 w 3898347"/>
              <a:gd name="connsiteY114" fmla="*/ 4185616 h 4299085"/>
              <a:gd name="connsiteX115" fmla="*/ 437646 w 3898347"/>
              <a:gd name="connsiteY115" fmla="*/ 4212658 h 4299085"/>
              <a:gd name="connsiteX116" fmla="*/ 402271 w 3898347"/>
              <a:gd name="connsiteY116" fmla="*/ 4212774 h 4299085"/>
              <a:gd name="connsiteX117" fmla="*/ 391968 w 3898347"/>
              <a:gd name="connsiteY117" fmla="*/ 4187073 h 4299085"/>
              <a:gd name="connsiteX118" fmla="*/ 354806 w 3898347"/>
              <a:gd name="connsiteY118" fmla="*/ 4195545 h 4299085"/>
              <a:gd name="connsiteX119" fmla="*/ 298662 w 3898347"/>
              <a:gd name="connsiteY119" fmla="*/ 4211227 h 4299085"/>
              <a:gd name="connsiteX120" fmla="*/ 265740 w 3898347"/>
              <a:gd name="connsiteY120" fmla="*/ 4213623 h 4299085"/>
              <a:gd name="connsiteX121" fmla="*/ 176403 w 3898347"/>
              <a:gd name="connsiteY121" fmla="*/ 4227393 h 4299085"/>
              <a:gd name="connsiteX122" fmla="*/ 37148 w 3898347"/>
              <a:gd name="connsiteY122" fmla="*/ 4289154 h 4299085"/>
              <a:gd name="connsiteX123" fmla="*/ 5850 w 3898347"/>
              <a:gd name="connsiteY123" fmla="*/ 4296945 h 4299085"/>
              <a:gd name="connsiteX124" fmla="*/ 0 w 3898347"/>
              <a:gd name="connsiteY124" fmla="*/ 4299085 h 4299085"/>
              <a:gd name="connsiteX125" fmla="*/ 0 w 3898347"/>
              <a:gd name="connsiteY125" fmla="*/ 15850 h 4299085"/>
              <a:gd name="connsiteX126" fmla="*/ 3898347 w 3898347"/>
              <a:gd name="connsiteY126" fmla="*/ 0 h 4299085"/>
              <a:gd name="connsiteX0" fmla="*/ 3898347 w 3898347"/>
              <a:gd name="connsiteY0" fmla="*/ 0 h 4296945"/>
              <a:gd name="connsiteX1" fmla="*/ 3898347 w 3898347"/>
              <a:gd name="connsiteY1" fmla="*/ 3834445 h 4296945"/>
              <a:gd name="connsiteX2" fmla="*/ 3892314 w 3898347"/>
              <a:gd name="connsiteY2" fmla="*/ 3832951 h 4296945"/>
              <a:gd name="connsiteX3" fmla="*/ 3851953 w 3898347"/>
              <a:gd name="connsiteY3" fmla="*/ 3802983 h 4296945"/>
              <a:gd name="connsiteX4" fmla="*/ 3836418 w 3898347"/>
              <a:gd name="connsiteY4" fmla="*/ 3811513 h 4296945"/>
              <a:gd name="connsiteX5" fmla="*/ 3833758 w 3898347"/>
              <a:gd name="connsiteY5" fmla="*/ 3813341 h 4296945"/>
              <a:gd name="connsiteX6" fmla="*/ 3822673 w 3898347"/>
              <a:gd name="connsiteY6" fmla="*/ 3812913 h 4296945"/>
              <a:gd name="connsiteX7" fmla="*/ 3820104 w 3898347"/>
              <a:gd name="connsiteY7" fmla="*/ 3822466 h 4296945"/>
              <a:gd name="connsiteX8" fmla="*/ 3803816 w 3898347"/>
              <a:gd name="connsiteY8" fmla="*/ 3828757 h 4296945"/>
              <a:gd name="connsiteX9" fmla="*/ 3783259 w 3898347"/>
              <a:gd name="connsiteY9" fmla="*/ 3825276 h 4296945"/>
              <a:gd name="connsiteX10" fmla="*/ 3729936 w 3898347"/>
              <a:gd name="connsiteY10" fmla="*/ 3815386 h 4296945"/>
              <a:gd name="connsiteX11" fmla="*/ 3726018 w 3898347"/>
              <a:gd name="connsiteY11" fmla="*/ 3815100 h 4296945"/>
              <a:gd name="connsiteX12" fmla="*/ 3725413 w 3898347"/>
              <a:gd name="connsiteY12" fmla="*/ 3814615 h 4296945"/>
              <a:gd name="connsiteX13" fmla="*/ 3713801 w 3898347"/>
              <a:gd name="connsiteY13" fmla="*/ 3811018 h 4296945"/>
              <a:gd name="connsiteX14" fmla="*/ 3709087 w 3898347"/>
              <a:gd name="connsiteY14" fmla="*/ 3813195 h 4296945"/>
              <a:gd name="connsiteX15" fmla="*/ 3698038 w 3898347"/>
              <a:gd name="connsiteY15" fmla="*/ 3806182 h 4296945"/>
              <a:gd name="connsiteX16" fmla="*/ 3662227 w 3898347"/>
              <a:gd name="connsiteY16" fmla="*/ 3807761 h 4296945"/>
              <a:gd name="connsiteX17" fmla="*/ 3659872 w 3898347"/>
              <a:gd name="connsiteY17" fmla="*/ 3805524 h 4296945"/>
              <a:gd name="connsiteX18" fmla="*/ 3643454 w 3898347"/>
              <a:gd name="connsiteY18" fmla="*/ 3794831 h 4296945"/>
              <a:gd name="connsiteX19" fmla="*/ 3624789 w 3898347"/>
              <a:gd name="connsiteY19" fmla="*/ 3803185 h 4296945"/>
              <a:gd name="connsiteX20" fmla="*/ 3602327 w 3898347"/>
              <a:gd name="connsiteY20" fmla="*/ 3794616 h 4296945"/>
              <a:gd name="connsiteX21" fmla="*/ 3596645 w 3898347"/>
              <a:gd name="connsiteY21" fmla="*/ 3797108 h 4296945"/>
              <a:gd name="connsiteX22" fmla="*/ 3574144 w 3898347"/>
              <a:gd name="connsiteY22" fmla="*/ 3795108 h 4296945"/>
              <a:gd name="connsiteX23" fmla="*/ 3562310 w 3898347"/>
              <a:gd name="connsiteY23" fmla="*/ 3787534 h 4296945"/>
              <a:gd name="connsiteX24" fmla="*/ 3551635 w 3898347"/>
              <a:gd name="connsiteY24" fmla="*/ 3797705 h 4296945"/>
              <a:gd name="connsiteX25" fmla="*/ 3550175 w 3898347"/>
              <a:gd name="connsiteY25" fmla="*/ 3803199 h 4296945"/>
              <a:gd name="connsiteX26" fmla="*/ 3542668 w 3898347"/>
              <a:gd name="connsiteY26" fmla="*/ 3803283 h 4296945"/>
              <a:gd name="connsiteX27" fmla="*/ 3533033 w 3898347"/>
              <a:gd name="connsiteY27" fmla="*/ 3799071 h 4296945"/>
              <a:gd name="connsiteX28" fmla="*/ 3521726 w 3898347"/>
              <a:gd name="connsiteY28" fmla="*/ 3804691 h 4296945"/>
              <a:gd name="connsiteX29" fmla="*/ 3520080 w 3898347"/>
              <a:gd name="connsiteY29" fmla="*/ 3805210 h 4296945"/>
              <a:gd name="connsiteX30" fmla="*/ 3508491 w 3898347"/>
              <a:gd name="connsiteY30" fmla="*/ 3797398 h 4296945"/>
              <a:gd name="connsiteX31" fmla="*/ 3503787 w 3898347"/>
              <a:gd name="connsiteY31" fmla="*/ 3797787 h 4296945"/>
              <a:gd name="connsiteX32" fmla="*/ 3492165 w 3898347"/>
              <a:gd name="connsiteY32" fmla="*/ 3799887 h 4296945"/>
              <a:gd name="connsiteX33" fmla="*/ 3472233 w 3898347"/>
              <a:gd name="connsiteY33" fmla="*/ 3805682 h 4296945"/>
              <a:gd name="connsiteX34" fmla="*/ 3465921 w 3898347"/>
              <a:gd name="connsiteY34" fmla="*/ 3805814 h 4296945"/>
              <a:gd name="connsiteX35" fmla="*/ 3455541 w 3898347"/>
              <a:gd name="connsiteY35" fmla="*/ 3815505 h 4296945"/>
              <a:gd name="connsiteX36" fmla="*/ 3429027 w 3898347"/>
              <a:gd name="connsiteY36" fmla="*/ 3816906 h 4296945"/>
              <a:gd name="connsiteX37" fmla="*/ 3369507 w 3898347"/>
              <a:gd name="connsiteY37" fmla="*/ 3825563 h 4296945"/>
              <a:gd name="connsiteX38" fmla="*/ 3324491 w 3898347"/>
              <a:gd name="connsiteY38" fmla="*/ 3832006 h 4296945"/>
              <a:gd name="connsiteX39" fmla="*/ 3244235 w 3898347"/>
              <a:gd name="connsiteY39" fmla="*/ 3834376 h 4296945"/>
              <a:gd name="connsiteX40" fmla="*/ 3226507 w 3898347"/>
              <a:gd name="connsiteY40" fmla="*/ 3820131 h 4296945"/>
              <a:gd name="connsiteX41" fmla="*/ 3191688 w 3898347"/>
              <a:gd name="connsiteY41" fmla="*/ 3837359 h 4296945"/>
              <a:gd name="connsiteX42" fmla="*/ 3185553 w 3898347"/>
              <a:gd name="connsiteY42" fmla="*/ 3859030 h 4296945"/>
              <a:gd name="connsiteX43" fmla="*/ 3137926 w 3898347"/>
              <a:gd name="connsiteY43" fmla="*/ 3867782 h 4296945"/>
              <a:gd name="connsiteX44" fmla="*/ 3090188 w 3898347"/>
              <a:gd name="connsiteY44" fmla="*/ 3855036 h 4296945"/>
              <a:gd name="connsiteX45" fmla="*/ 3031422 w 3898347"/>
              <a:gd name="connsiteY45" fmla="*/ 3858298 h 4296945"/>
              <a:gd name="connsiteX46" fmla="*/ 2996288 w 3898347"/>
              <a:gd name="connsiteY46" fmla="*/ 3860020 h 4296945"/>
              <a:gd name="connsiteX47" fmla="*/ 2901661 w 3898347"/>
              <a:gd name="connsiteY47" fmla="*/ 3882243 h 4296945"/>
              <a:gd name="connsiteX48" fmla="*/ 2782141 w 3898347"/>
              <a:gd name="connsiteY48" fmla="*/ 3932983 h 4296945"/>
              <a:gd name="connsiteX49" fmla="*/ 2749597 w 3898347"/>
              <a:gd name="connsiteY49" fmla="*/ 3956746 h 4296945"/>
              <a:gd name="connsiteX50" fmla="*/ 2730493 w 3898347"/>
              <a:gd name="connsiteY50" fmla="*/ 3955236 h 4296945"/>
              <a:gd name="connsiteX51" fmla="*/ 2707507 w 3898347"/>
              <a:gd name="connsiteY51" fmla="*/ 3947771 h 4296945"/>
              <a:gd name="connsiteX52" fmla="*/ 2701937 w 3898347"/>
              <a:gd name="connsiteY52" fmla="*/ 3950565 h 4296945"/>
              <a:gd name="connsiteX53" fmla="*/ 2679435 w 3898347"/>
              <a:gd name="connsiteY53" fmla="*/ 3949768 h 4296945"/>
              <a:gd name="connsiteX54" fmla="*/ 2667352 w 3898347"/>
              <a:gd name="connsiteY54" fmla="*/ 3942821 h 4296945"/>
              <a:gd name="connsiteX55" fmla="*/ 2657096 w 3898347"/>
              <a:gd name="connsiteY55" fmla="*/ 3953571 h 4296945"/>
              <a:gd name="connsiteX56" fmla="*/ 2655161 w 3898347"/>
              <a:gd name="connsiteY56" fmla="*/ 3962216 h 4296945"/>
              <a:gd name="connsiteX57" fmla="*/ 2638604 w 3898347"/>
              <a:gd name="connsiteY57" fmla="*/ 3955936 h 4296945"/>
              <a:gd name="connsiteX58" fmla="*/ 2626185 w 3898347"/>
              <a:gd name="connsiteY58" fmla="*/ 3962937 h 4296945"/>
              <a:gd name="connsiteX59" fmla="*/ 2614077 w 3898347"/>
              <a:gd name="connsiteY59" fmla="*/ 3955576 h 4296945"/>
              <a:gd name="connsiteX60" fmla="*/ 2609403 w 3898347"/>
              <a:gd name="connsiteY60" fmla="*/ 3956215 h 4296945"/>
              <a:gd name="connsiteX61" fmla="*/ 2597896 w 3898347"/>
              <a:gd name="connsiteY61" fmla="*/ 3958939 h 4296945"/>
              <a:gd name="connsiteX62" fmla="*/ 2578251 w 3898347"/>
              <a:gd name="connsiteY62" fmla="*/ 3965812 h 4296945"/>
              <a:gd name="connsiteX63" fmla="*/ 2571961 w 3898347"/>
              <a:gd name="connsiteY63" fmla="*/ 3966278 h 4296945"/>
              <a:gd name="connsiteX64" fmla="*/ 2559399 w 3898347"/>
              <a:gd name="connsiteY64" fmla="*/ 3979193 h 4296945"/>
              <a:gd name="connsiteX65" fmla="*/ 2533560 w 3898347"/>
              <a:gd name="connsiteY65" fmla="*/ 3988160 h 4296945"/>
              <a:gd name="connsiteX66" fmla="*/ 2515299 w 3898347"/>
              <a:gd name="connsiteY66" fmla="*/ 4016867 h 4296945"/>
              <a:gd name="connsiteX67" fmla="*/ 2513423 w 3898347"/>
              <a:gd name="connsiteY67" fmla="*/ 4018759 h 4296945"/>
              <a:gd name="connsiteX68" fmla="*/ 2482991 w 3898347"/>
              <a:gd name="connsiteY68" fmla="*/ 4012935 h 4296945"/>
              <a:gd name="connsiteX69" fmla="*/ 2446940 w 3898347"/>
              <a:gd name="connsiteY69" fmla="*/ 4021172 h 4296945"/>
              <a:gd name="connsiteX70" fmla="*/ 2404883 w 3898347"/>
              <a:gd name="connsiteY70" fmla="*/ 4024808 h 4296945"/>
              <a:gd name="connsiteX71" fmla="*/ 2373894 w 3898347"/>
              <a:gd name="connsiteY71" fmla="*/ 4023827 h 4296945"/>
              <a:gd name="connsiteX72" fmla="*/ 2297080 w 3898347"/>
              <a:gd name="connsiteY72" fmla="*/ 4040841 h 4296945"/>
              <a:gd name="connsiteX73" fmla="*/ 2170615 w 3898347"/>
              <a:gd name="connsiteY73" fmla="*/ 4077196 h 4296945"/>
              <a:gd name="connsiteX74" fmla="*/ 2143580 w 3898347"/>
              <a:gd name="connsiteY74" fmla="*/ 4083102 h 4296945"/>
              <a:gd name="connsiteX75" fmla="*/ 2119893 w 3898347"/>
              <a:gd name="connsiteY75" fmla="*/ 4080874 h 4296945"/>
              <a:gd name="connsiteX76" fmla="*/ 2114008 w 3898347"/>
              <a:gd name="connsiteY76" fmla="*/ 4073996 h 4296945"/>
              <a:gd name="connsiteX77" fmla="*/ 2099067 w 3898347"/>
              <a:gd name="connsiteY77" fmla="*/ 4076068 h 4296945"/>
              <a:gd name="connsiteX78" fmla="*/ 2095000 w 3898347"/>
              <a:gd name="connsiteY78" fmla="*/ 4075096 h 4296945"/>
              <a:gd name="connsiteX79" fmla="*/ 2071767 w 3898347"/>
              <a:gd name="connsiteY79" fmla="*/ 4071044 h 4296945"/>
              <a:gd name="connsiteX80" fmla="*/ 2024486 w 3898347"/>
              <a:gd name="connsiteY80" fmla="*/ 4100276 h 4296945"/>
              <a:gd name="connsiteX81" fmla="*/ 1964411 w 3898347"/>
              <a:gd name="connsiteY81" fmla="*/ 4105069 h 4296945"/>
              <a:gd name="connsiteX82" fmla="*/ 1739945 w 3898347"/>
              <a:gd name="connsiteY82" fmla="*/ 4171795 h 4296945"/>
              <a:gd name="connsiteX83" fmla="*/ 1610556 w 3898347"/>
              <a:gd name="connsiteY83" fmla="*/ 4167701 h 4296945"/>
              <a:gd name="connsiteX84" fmla="*/ 1553623 w 3898347"/>
              <a:gd name="connsiteY84" fmla="*/ 4236045 h 4296945"/>
              <a:gd name="connsiteX85" fmla="*/ 1548640 w 3898347"/>
              <a:gd name="connsiteY85" fmla="*/ 4238297 h 4296945"/>
              <a:gd name="connsiteX86" fmla="*/ 1530136 w 3898347"/>
              <a:gd name="connsiteY86" fmla="*/ 4227121 h 4296945"/>
              <a:gd name="connsiteX87" fmla="*/ 1508787 w 3898347"/>
              <a:gd name="connsiteY87" fmla="*/ 4234213 h 4296945"/>
              <a:gd name="connsiteX88" fmla="*/ 1488914 w 3898347"/>
              <a:gd name="connsiteY88" fmla="*/ 4241772 h 4296945"/>
              <a:gd name="connsiteX89" fmla="*/ 1488999 w 3898347"/>
              <a:gd name="connsiteY89" fmla="*/ 4251186 h 4296945"/>
              <a:gd name="connsiteX90" fmla="*/ 1475364 w 3898347"/>
              <a:gd name="connsiteY90" fmla="*/ 4248364 h 4296945"/>
              <a:gd name="connsiteX91" fmla="*/ 1457275 w 3898347"/>
              <a:gd name="connsiteY91" fmla="*/ 4252863 h 4296945"/>
              <a:gd name="connsiteX92" fmla="*/ 1448085 w 3898347"/>
              <a:gd name="connsiteY92" fmla="*/ 4248391 h 4296945"/>
              <a:gd name="connsiteX93" fmla="*/ 1315306 w 3898347"/>
              <a:gd name="connsiteY93" fmla="*/ 4237004 h 4296945"/>
              <a:gd name="connsiteX94" fmla="*/ 1272434 w 3898347"/>
              <a:gd name="connsiteY94" fmla="*/ 4244958 h 4296945"/>
              <a:gd name="connsiteX95" fmla="*/ 1231567 w 3898347"/>
              <a:gd name="connsiteY95" fmla="*/ 4219356 h 4296945"/>
              <a:gd name="connsiteX96" fmla="*/ 1216643 w 3898347"/>
              <a:gd name="connsiteY96" fmla="*/ 4229828 h 4296945"/>
              <a:gd name="connsiteX97" fmla="*/ 1214101 w 3898347"/>
              <a:gd name="connsiteY97" fmla="*/ 4231991 h 4296945"/>
              <a:gd name="connsiteX98" fmla="*/ 1203193 w 3898347"/>
              <a:gd name="connsiteY98" fmla="*/ 4232867 h 4296945"/>
              <a:gd name="connsiteX99" fmla="*/ 1201049 w 3898347"/>
              <a:gd name="connsiteY99" fmla="*/ 4242842 h 4296945"/>
              <a:gd name="connsiteX100" fmla="*/ 1185298 w 3898347"/>
              <a:gd name="connsiteY100" fmla="*/ 4251133 h 4296945"/>
              <a:gd name="connsiteX101" fmla="*/ 1164955 w 3898347"/>
              <a:gd name="connsiteY101" fmla="*/ 4250027 h 4296945"/>
              <a:gd name="connsiteX102" fmla="*/ 1067357 w 3898347"/>
              <a:gd name="connsiteY102" fmla="*/ 4233908 h 4296945"/>
              <a:gd name="connsiteX103" fmla="*/ 1009492 w 3898347"/>
              <a:gd name="connsiteY103" fmla="*/ 4230455 h 4296945"/>
              <a:gd name="connsiteX104" fmla="*/ 988345 w 3898347"/>
              <a:gd name="connsiteY104" fmla="*/ 4238880 h 4296945"/>
              <a:gd name="connsiteX105" fmla="*/ 958251 w 3898347"/>
              <a:gd name="connsiteY105" fmla="*/ 4244100 h 4296945"/>
              <a:gd name="connsiteX106" fmla="*/ 905785 w 3898347"/>
              <a:gd name="connsiteY106" fmla="*/ 4260845 h 4296945"/>
              <a:gd name="connsiteX107" fmla="*/ 834176 w 3898347"/>
              <a:gd name="connsiteY107" fmla="*/ 4270241 h 4296945"/>
              <a:gd name="connsiteX108" fmla="*/ 778474 w 3898347"/>
              <a:gd name="connsiteY108" fmla="*/ 4235526 h 4296945"/>
              <a:gd name="connsiteX109" fmla="*/ 774418 w 3898347"/>
              <a:gd name="connsiteY109" fmla="*/ 4242583 h 4296945"/>
              <a:gd name="connsiteX110" fmla="*/ 737705 w 3898347"/>
              <a:gd name="connsiteY110" fmla="*/ 4238891 h 4296945"/>
              <a:gd name="connsiteX111" fmla="*/ 605027 w 3898347"/>
              <a:gd name="connsiteY111" fmla="*/ 4175863 h 4296945"/>
              <a:gd name="connsiteX112" fmla="*/ 533391 w 3898347"/>
              <a:gd name="connsiteY112" fmla="*/ 4170035 h 4296945"/>
              <a:gd name="connsiteX113" fmla="*/ 508621 w 3898347"/>
              <a:gd name="connsiteY113" fmla="*/ 4176044 h 4296945"/>
              <a:gd name="connsiteX114" fmla="*/ 467082 w 3898347"/>
              <a:gd name="connsiteY114" fmla="*/ 4185616 h 4296945"/>
              <a:gd name="connsiteX115" fmla="*/ 437646 w 3898347"/>
              <a:gd name="connsiteY115" fmla="*/ 4212658 h 4296945"/>
              <a:gd name="connsiteX116" fmla="*/ 402271 w 3898347"/>
              <a:gd name="connsiteY116" fmla="*/ 4212774 h 4296945"/>
              <a:gd name="connsiteX117" fmla="*/ 391968 w 3898347"/>
              <a:gd name="connsiteY117" fmla="*/ 4187073 h 4296945"/>
              <a:gd name="connsiteX118" fmla="*/ 354806 w 3898347"/>
              <a:gd name="connsiteY118" fmla="*/ 4195545 h 4296945"/>
              <a:gd name="connsiteX119" fmla="*/ 298662 w 3898347"/>
              <a:gd name="connsiteY119" fmla="*/ 4211227 h 4296945"/>
              <a:gd name="connsiteX120" fmla="*/ 265740 w 3898347"/>
              <a:gd name="connsiteY120" fmla="*/ 4213623 h 4296945"/>
              <a:gd name="connsiteX121" fmla="*/ 176403 w 3898347"/>
              <a:gd name="connsiteY121" fmla="*/ 4227393 h 4296945"/>
              <a:gd name="connsiteX122" fmla="*/ 37148 w 3898347"/>
              <a:gd name="connsiteY122" fmla="*/ 4289154 h 4296945"/>
              <a:gd name="connsiteX123" fmla="*/ 5850 w 3898347"/>
              <a:gd name="connsiteY123" fmla="*/ 4296945 h 4296945"/>
              <a:gd name="connsiteX124" fmla="*/ 0 w 3898347"/>
              <a:gd name="connsiteY124" fmla="*/ 4221939 h 4296945"/>
              <a:gd name="connsiteX125" fmla="*/ 0 w 3898347"/>
              <a:gd name="connsiteY125" fmla="*/ 15850 h 4296945"/>
              <a:gd name="connsiteX126" fmla="*/ 3898347 w 3898347"/>
              <a:gd name="connsiteY126" fmla="*/ 0 h 4296945"/>
              <a:gd name="connsiteX0" fmla="*/ 3898347 w 3898347"/>
              <a:gd name="connsiteY0" fmla="*/ 0 h 4296945"/>
              <a:gd name="connsiteX1" fmla="*/ 3898347 w 3898347"/>
              <a:gd name="connsiteY1" fmla="*/ 3834445 h 4296945"/>
              <a:gd name="connsiteX2" fmla="*/ 3892314 w 3898347"/>
              <a:gd name="connsiteY2" fmla="*/ 3832951 h 4296945"/>
              <a:gd name="connsiteX3" fmla="*/ 3851953 w 3898347"/>
              <a:gd name="connsiteY3" fmla="*/ 3802983 h 4296945"/>
              <a:gd name="connsiteX4" fmla="*/ 3836418 w 3898347"/>
              <a:gd name="connsiteY4" fmla="*/ 3811513 h 4296945"/>
              <a:gd name="connsiteX5" fmla="*/ 3833758 w 3898347"/>
              <a:gd name="connsiteY5" fmla="*/ 3813341 h 4296945"/>
              <a:gd name="connsiteX6" fmla="*/ 3822673 w 3898347"/>
              <a:gd name="connsiteY6" fmla="*/ 3812913 h 4296945"/>
              <a:gd name="connsiteX7" fmla="*/ 3820104 w 3898347"/>
              <a:gd name="connsiteY7" fmla="*/ 3822466 h 4296945"/>
              <a:gd name="connsiteX8" fmla="*/ 3803816 w 3898347"/>
              <a:gd name="connsiteY8" fmla="*/ 3828757 h 4296945"/>
              <a:gd name="connsiteX9" fmla="*/ 3783259 w 3898347"/>
              <a:gd name="connsiteY9" fmla="*/ 3825276 h 4296945"/>
              <a:gd name="connsiteX10" fmla="*/ 3729936 w 3898347"/>
              <a:gd name="connsiteY10" fmla="*/ 3815386 h 4296945"/>
              <a:gd name="connsiteX11" fmla="*/ 3726018 w 3898347"/>
              <a:gd name="connsiteY11" fmla="*/ 3815100 h 4296945"/>
              <a:gd name="connsiteX12" fmla="*/ 3725413 w 3898347"/>
              <a:gd name="connsiteY12" fmla="*/ 3814615 h 4296945"/>
              <a:gd name="connsiteX13" fmla="*/ 3713801 w 3898347"/>
              <a:gd name="connsiteY13" fmla="*/ 3811018 h 4296945"/>
              <a:gd name="connsiteX14" fmla="*/ 3709087 w 3898347"/>
              <a:gd name="connsiteY14" fmla="*/ 3813195 h 4296945"/>
              <a:gd name="connsiteX15" fmla="*/ 3698038 w 3898347"/>
              <a:gd name="connsiteY15" fmla="*/ 3806182 h 4296945"/>
              <a:gd name="connsiteX16" fmla="*/ 3662227 w 3898347"/>
              <a:gd name="connsiteY16" fmla="*/ 3807761 h 4296945"/>
              <a:gd name="connsiteX17" fmla="*/ 3659872 w 3898347"/>
              <a:gd name="connsiteY17" fmla="*/ 3805524 h 4296945"/>
              <a:gd name="connsiteX18" fmla="*/ 3643454 w 3898347"/>
              <a:gd name="connsiteY18" fmla="*/ 3794831 h 4296945"/>
              <a:gd name="connsiteX19" fmla="*/ 3624789 w 3898347"/>
              <a:gd name="connsiteY19" fmla="*/ 3803185 h 4296945"/>
              <a:gd name="connsiteX20" fmla="*/ 3602327 w 3898347"/>
              <a:gd name="connsiteY20" fmla="*/ 3794616 h 4296945"/>
              <a:gd name="connsiteX21" fmla="*/ 3596645 w 3898347"/>
              <a:gd name="connsiteY21" fmla="*/ 3797108 h 4296945"/>
              <a:gd name="connsiteX22" fmla="*/ 3574144 w 3898347"/>
              <a:gd name="connsiteY22" fmla="*/ 3795108 h 4296945"/>
              <a:gd name="connsiteX23" fmla="*/ 3562310 w 3898347"/>
              <a:gd name="connsiteY23" fmla="*/ 3787534 h 4296945"/>
              <a:gd name="connsiteX24" fmla="*/ 3551635 w 3898347"/>
              <a:gd name="connsiteY24" fmla="*/ 3797705 h 4296945"/>
              <a:gd name="connsiteX25" fmla="*/ 3550175 w 3898347"/>
              <a:gd name="connsiteY25" fmla="*/ 3803199 h 4296945"/>
              <a:gd name="connsiteX26" fmla="*/ 3542668 w 3898347"/>
              <a:gd name="connsiteY26" fmla="*/ 3803283 h 4296945"/>
              <a:gd name="connsiteX27" fmla="*/ 3533033 w 3898347"/>
              <a:gd name="connsiteY27" fmla="*/ 3799071 h 4296945"/>
              <a:gd name="connsiteX28" fmla="*/ 3521726 w 3898347"/>
              <a:gd name="connsiteY28" fmla="*/ 3804691 h 4296945"/>
              <a:gd name="connsiteX29" fmla="*/ 3520080 w 3898347"/>
              <a:gd name="connsiteY29" fmla="*/ 3805210 h 4296945"/>
              <a:gd name="connsiteX30" fmla="*/ 3508491 w 3898347"/>
              <a:gd name="connsiteY30" fmla="*/ 3797398 h 4296945"/>
              <a:gd name="connsiteX31" fmla="*/ 3503787 w 3898347"/>
              <a:gd name="connsiteY31" fmla="*/ 3797787 h 4296945"/>
              <a:gd name="connsiteX32" fmla="*/ 3492165 w 3898347"/>
              <a:gd name="connsiteY32" fmla="*/ 3799887 h 4296945"/>
              <a:gd name="connsiteX33" fmla="*/ 3472233 w 3898347"/>
              <a:gd name="connsiteY33" fmla="*/ 3805682 h 4296945"/>
              <a:gd name="connsiteX34" fmla="*/ 3465921 w 3898347"/>
              <a:gd name="connsiteY34" fmla="*/ 3805814 h 4296945"/>
              <a:gd name="connsiteX35" fmla="*/ 3455541 w 3898347"/>
              <a:gd name="connsiteY35" fmla="*/ 3815505 h 4296945"/>
              <a:gd name="connsiteX36" fmla="*/ 3429027 w 3898347"/>
              <a:gd name="connsiteY36" fmla="*/ 3816906 h 4296945"/>
              <a:gd name="connsiteX37" fmla="*/ 3369507 w 3898347"/>
              <a:gd name="connsiteY37" fmla="*/ 3825563 h 4296945"/>
              <a:gd name="connsiteX38" fmla="*/ 3324491 w 3898347"/>
              <a:gd name="connsiteY38" fmla="*/ 3832006 h 4296945"/>
              <a:gd name="connsiteX39" fmla="*/ 3244235 w 3898347"/>
              <a:gd name="connsiteY39" fmla="*/ 3834376 h 4296945"/>
              <a:gd name="connsiteX40" fmla="*/ 3226507 w 3898347"/>
              <a:gd name="connsiteY40" fmla="*/ 3820131 h 4296945"/>
              <a:gd name="connsiteX41" fmla="*/ 3191688 w 3898347"/>
              <a:gd name="connsiteY41" fmla="*/ 3837359 h 4296945"/>
              <a:gd name="connsiteX42" fmla="*/ 3185553 w 3898347"/>
              <a:gd name="connsiteY42" fmla="*/ 3859030 h 4296945"/>
              <a:gd name="connsiteX43" fmla="*/ 3137926 w 3898347"/>
              <a:gd name="connsiteY43" fmla="*/ 3867782 h 4296945"/>
              <a:gd name="connsiteX44" fmla="*/ 3090188 w 3898347"/>
              <a:gd name="connsiteY44" fmla="*/ 3855036 h 4296945"/>
              <a:gd name="connsiteX45" fmla="*/ 3031422 w 3898347"/>
              <a:gd name="connsiteY45" fmla="*/ 3858298 h 4296945"/>
              <a:gd name="connsiteX46" fmla="*/ 2996288 w 3898347"/>
              <a:gd name="connsiteY46" fmla="*/ 3860020 h 4296945"/>
              <a:gd name="connsiteX47" fmla="*/ 2901661 w 3898347"/>
              <a:gd name="connsiteY47" fmla="*/ 3882243 h 4296945"/>
              <a:gd name="connsiteX48" fmla="*/ 2782141 w 3898347"/>
              <a:gd name="connsiteY48" fmla="*/ 3932983 h 4296945"/>
              <a:gd name="connsiteX49" fmla="*/ 2749597 w 3898347"/>
              <a:gd name="connsiteY49" fmla="*/ 3956746 h 4296945"/>
              <a:gd name="connsiteX50" fmla="*/ 2730493 w 3898347"/>
              <a:gd name="connsiteY50" fmla="*/ 3955236 h 4296945"/>
              <a:gd name="connsiteX51" fmla="*/ 2707507 w 3898347"/>
              <a:gd name="connsiteY51" fmla="*/ 3947771 h 4296945"/>
              <a:gd name="connsiteX52" fmla="*/ 2701937 w 3898347"/>
              <a:gd name="connsiteY52" fmla="*/ 3950565 h 4296945"/>
              <a:gd name="connsiteX53" fmla="*/ 2679435 w 3898347"/>
              <a:gd name="connsiteY53" fmla="*/ 3949768 h 4296945"/>
              <a:gd name="connsiteX54" fmla="*/ 2667352 w 3898347"/>
              <a:gd name="connsiteY54" fmla="*/ 3942821 h 4296945"/>
              <a:gd name="connsiteX55" fmla="*/ 2657096 w 3898347"/>
              <a:gd name="connsiteY55" fmla="*/ 3953571 h 4296945"/>
              <a:gd name="connsiteX56" fmla="*/ 2655161 w 3898347"/>
              <a:gd name="connsiteY56" fmla="*/ 3962216 h 4296945"/>
              <a:gd name="connsiteX57" fmla="*/ 2638604 w 3898347"/>
              <a:gd name="connsiteY57" fmla="*/ 3955936 h 4296945"/>
              <a:gd name="connsiteX58" fmla="*/ 2626185 w 3898347"/>
              <a:gd name="connsiteY58" fmla="*/ 3962937 h 4296945"/>
              <a:gd name="connsiteX59" fmla="*/ 2614077 w 3898347"/>
              <a:gd name="connsiteY59" fmla="*/ 3955576 h 4296945"/>
              <a:gd name="connsiteX60" fmla="*/ 2609403 w 3898347"/>
              <a:gd name="connsiteY60" fmla="*/ 3956215 h 4296945"/>
              <a:gd name="connsiteX61" fmla="*/ 2597896 w 3898347"/>
              <a:gd name="connsiteY61" fmla="*/ 3958939 h 4296945"/>
              <a:gd name="connsiteX62" fmla="*/ 2578251 w 3898347"/>
              <a:gd name="connsiteY62" fmla="*/ 3965812 h 4296945"/>
              <a:gd name="connsiteX63" fmla="*/ 2571961 w 3898347"/>
              <a:gd name="connsiteY63" fmla="*/ 3966278 h 4296945"/>
              <a:gd name="connsiteX64" fmla="*/ 2559399 w 3898347"/>
              <a:gd name="connsiteY64" fmla="*/ 3979193 h 4296945"/>
              <a:gd name="connsiteX65" fmla="*/ 2533560 w 3898347"/>
              <a:gd name="connsiteY65" fmla="*/ 3988160 h 4296945"/>
              <a:gd name="connsiteX66" fmla="*/ 2515299 w 3898347"/>
              <a:gd name="connsiteY66" fmla="*/ 4016867 h 4296945"/>
              <a:gd name="connsiteX67" fmla="*/ 2513423 w 3898347"/>
              <a:gd name="connsiteY67" fmla="*/ 4018759 h 4296945"/>
              <a:gd name="connsiteX68" fmla="*/ 2482991 w 3898347"/>
              <a:gd name="connsiteY68" fmla="*/ 4012935 h 4296945"/>
              <a:gd name="connsiteX69" fmla="*/ 2446940 w 3898347"/>
              <a:gd name="connsiteY69" fmla="*/ 4021172 h 4296945"/>
              <a:gd name="connsiteX70" fmla="*/ 2404883 w 3898347"/>
              <a:gd name="connsiteY70" fmla="*/ 4024808 h 4296945"/>
              <a:gd name="connsiteX71" fmla="*/ 2373894 w 3898347"/>
              <a:gd name="connsiteY71" fmla="*/ 4023827 h 4296945"/>
              <a:gd name="connsiteX72" fmla="*/ 2297080 w 3898347"/>
              <a:gd name="connsiteY72" fmla="*/ 4040841 h 4296945"/>
              <a:gd name="connsiteX73" fmla="*/ 2170615 w 3898347"/>
              <a:gd name="connsiteY73" fmla="*/ 4077196 h 4296945"/>
              <a:gd name="connsiteX74" fmla="*/ 2143580 w 3898347"/>
              <a:gd name="connsiteY74" fmla="*/ 4083102 h 4296945"/>
              <a:gd name="connsiteX75" fmla="*/ 2119893 w 3898347"/>
              <a:gd name="connsiteY75" fmla="*/ 4080874 h 4296945"/>
              <a:gd name="connsiteX76" fmla="*/ 2114008 w 3898347"/>
              <a:gd name="connsiteY76" fmla="*/ 4073996 h 4296945"/>
              <a:gd name="connsiteX77" fmla="*/ 2099067 w 3898347"/>
              <a:gd name="connsiteY77" fmla="*/ 4076068 h 4296945"/>
              <a:gd name="connsiteX78" fmla="*/ 2095000 w 3898347"/>
              <a:gd name="connsiteY78" fmla="*/ 4075096 h 4296945"/>
              <a:gd name="connsiteX79" fmla="*/ 2071767 w 3898347"/>
              <a:gd name="connsiteY79" fmla="*/ 4071044 h 4296945"/>
              <a:gd name="connsiteX80" fmla="*/ 2024486 w 3898347"/>
              <a:gd name="connsiteY80" fmla="*/ 4100276 h 4296945"/>
              <a:gd name="connsiteX81" fmla="*/ 1964411 w 3898347"/>
              <a:gd name="connsiteY81" fmla="*/ 4105069 h 4296945"/>
              <a:gd name="connsiteX82" fmla="*/ 1739945 w 3898347"/>
              <a:gd name="connsiteY82" fmla="*/ 4171795 h 4296945"/>
              <a:gd name="connsiteX83" fmla="*/ 1610556 w 3898347"/>
              <a:gd name="connsiteY83" fmla="*/ 4167701 h 4296945"/>
              <a:gd name="connsiteX84" fmla="*/ 1553623 w 3898347"/>
              <a:gd name="connsiteY84" fmla="*/ 4236045 h 4296945"/>
              <a:gd name="connsiteX85" fmla="*/ 1548640 w 3898347"/>
              <a:gd name="connsiteY85" fmla="*/ 4238297 h 4296945"/>
              <a:gd name="connsiteX86" fmla="*/ 1530136 w 3898347"/>
              <a:gd name="connsiteY86" fmla="*/ 4227121 h 4296945"/>
              <a:gd name="connsiteX87" fmla="*/ 1508787 w 3898347"/>
              <a:gd name="connsiteY87" fmla="*/ 4234213 h 4296945"/>
              <a:gd name="connsiteX88" fmla="*/ 1488914 w 3898347"/>
              <a:gd name="connsiteY88" fmla="*/ 4241772 h 4296945"/>
              <a:gd name="connsiteX89" fmla="*/ 1488999 w 3898347"/>
              <a:gd name="connsiteY89" fmla="*/ 4251186 h 4296945"/>
              <a:gd name="connsiteX90" fmla="*/ 1475364 w 3898347"/>
              <a:gd name="connsiteY90" fmla="*/ 4248364 h 4296945"/>
              <a:gd name="connsiteX91" fmla="*/ 1457275 w 3898347"/>
              <a:gd name="connsiteY91" fmla="*/ 4252863 h 4296945"/>
              <a:gd name="connsiteX92" fmla="*/ 1448085 w 3898347"/>
              <a:gd name="connsiteY92" fmla="*/ 4248391 h 4296945"/>
              <a:gd name="connsiteX93" fmla="*/ 1315306 w 3898347"/>
              <a:gd name="connsiteY93" fmla="*/ 4237004 h 4296945"/>
              <a:gd name="connsiteX94" fmla="*/ 1272434 w 3898347"/>
              <a:gd name="connsiteY94" fmla="*/ 4244958 h 4296945"/>
              <a:gd name="connsiteX95" fmla="*/ 1231567 w 3898347"/>
              <a:gd name="connsiteY95" fmla="*/ 4219356 h 4296945"/>
              <a:gd name="connsiteX96" fmla="*/ 1216643 w 3898347"/>
              <a:gd name="connsiteY96" fmla="*/ 4229828 h 4296945"/>
              <a:gd name="connsiteX97" fmla="*/ 1214101 w 3898347"/>
              <a:gd name="connsiteY97" fmla="*/ 4231991 h 4296945"/>
              <a:gd name="connsiteX98" fmla="*/ 1203193 w 3898347"/>
              <a:gd name="connsiteY98" fmla="*/ 4232867 h 4296945"/>
              <a:gd name="connsiteX99" fmla="*/ 1201049 w 3898347"/>
              <a:gd name="connsiteY99" fmla="*/ 4242842 h 4296945"/>
              <a:gd name="connsiteX100" fmla="*/ 1185298 w 3898347"/>
              <a:gd name="connsiteY100" fmla="*/ 4251133 h 4296945"/>
              <a:gd name="connsiteX101" fmla="*/ 1164955 w 3898347"/>
              <a:gd name="connsiteY101" fmla="*/ 4250027 h 4296945"/>
              <a:gd name="connsiteX102" fmla="*/ 1067357 w 3898347"/>
              <a:gd name="connsiteY102" fmla="*/ 4233908 h 4296945"/>
              <a:gd name="connsiteX103" fmla="*/ 1009492 w 3898347"/>
              <a:gd name="connsiteY103" fmla="*/ 4230455 h 4296945"/>
              <a:gd name="connsiteX104" fmla="*/ 988345 w 3898347"/>
              <a:gd name="connsiteY104" fmla="*/ 4238880 h 4296945"/>
              <a:gd name="connsiteX105" fmla="*/ 958251 w 3898347"/>
              <a:gd name="connsiteY105" fmla="*/ 4244100 h 4296945"/>
              <a:gd name="connsiteX106" fmla="*/ 905785 w 3898347"/>
              <a:gd name="connsiteY106" fmla="*/ 4260845 h 4296945"/>
              <a:gd name="connsiteX107" fmla="*/ 834176 w 3898347"/>
              <a:gd name="connsiteY107" fmla="*/ 4270241 h 4296945"/>
              <a:gd name="connsiteX108" fmla="*/ 778474 w 3898347"/>
              <a:gd name="connsiteY108" fmla="*/ 4235526 h 4296945"/>
              <a:gd name="connsiteX109" fmla="*/ 774418 w 3898347"/>
              <a:gd name="connsiteY109" fmla="*/ 4242583 h 4296945"/>
              <a:gd name="connsiteX110" fmla="*/ 737705 w 3898347"/>
              <a:gd name="connsiteY110" fmla="*/ 4238891 h 4296945"/>
              <a:gd name="connsiteX111" fmla="*/ 605027 w 3898347"/>
              <a:gd name="connsiteY111" fmla="*/ 4175863 h 4296945"/>
              <a:gd name="connsiteX112" fmla="*/ 533391 w 3898347"/>
              <a:gd name="connsiteY112" fmla="*/ 4170035 h 4296945"/>
              <a:gd name="connsiteX113" fmla="*/ 508621 w 3898347"/>
              <a:gd name="connsiteY113" fmla="*/ 4176044 h 4296945"/>
              <a:gd name="connsiteX114" fmla="*/ 467082 w 3898347"/>
              <a:gd name="connsiteY114" fmla="*/ 4185616 h 4296945"/>
              <a:gd name="connsiteX115" fmla="*/ 437646 w 3898347"/>
              <a:gd name="connsiteY115" fmla="*/ 4212658 h 4296945"/>
              <a:gd name="connsiteX116" fmla="*/ 402271 w 3898347"/>
              <a:gd name="connsiteY116" fmla="*/ 4212774 h 4296945"/>
              <a:gd name="connsiteX117" fmla="*/ 391968 w 3898347"/>
              <a:gd name="connsiteY117" fmla="*/ 4187073 h 4296945"/>
              <a:gd name="connsiteX118" fmla="*/ 354806 w 3898347"/>
              <a:gd name="connsiteY118" fmla="*/ 4195545 h 4296945"/>
              <a:gd name="connsiteX119" fmla="*/ 298662 w 3898347"/>
              <a:gd name="connsiteY119" fmla="*/ 4211227 h 4296945"/>
              <a:gd name="connsiteX120" fmla="*/ 265740 w 3898347"/>
              <a:gd name="connsiteY120" fmla="*/ 4213623 h 4296945"/>
              <a:gd name="connsiteX121" fmla="*/ 176403 w 3898347"/>
              <a:gd name="connsiteY121" fmla="*/ 4227393 h 4296945"/>
              <a:gd name="connsiteX122" fmla="*/ 82528 w 3898347"/>
              <a:gd name="connsiteY122" fmla="*/ 4275540 h 4296945"/>
              <a:gd name="connsiteX123" fmla="*/ 5850 w 3898347"/>
              <a:gd name="connsiteY123" fmla="*/ 4296945 h 4296945"/>
              <a:gd name="connsiteX124" fmla="*/ 0 w 3898347"/>
              <a:gd name="connsiteY124" fmla="*/ 4221939 h 4296945"/>
              <a:gd name="connsiteX125" fmla="*/ 0 w 3898347"/>
              <a:gd name="connsiteY125" fmla="*/ 15850 h 4296945"/>
              <a:gd name="connsiteX126" fmla="*/ 3898347 w 3898347"/>
              <a:gd name="connsiteY126" fmla="*/ 0 h 4296945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83259 w 3898347"/>
              <a:gd name="connsiteY9" fmla="*/ 3825276 h 4275540"/>
              <a:gd name="connsiteX10" fmla="*/ 3729936 w 3898347"/>
              <a:gd name="connsiteY10" fmla="*/ 3815386 h 4275540"/>
              <a:gd name="connsiteX11" fmla="*/ 3726018 w 3898347"/>
              <a:gd name="connsiteY11" fmla="*/ 3815100 h 4275540"/>
              <a:gd name="connsiteX12" fmla="*/ 3725413 w 3898347"/>
              <a:gd name="connsiteY12" fmla="*/ 3814615 h 4275540"/>
              <a:gd name="connsiteX13" fmla="*/ 3713801 w 3898347"/>
              <a:gd name="connsiteY13" fmla="*/ 3811018 h 4275540"/>
              <a:gd name="connsiteX14" fmla="*/ 3709087 w 3898347"/>
              <a:gd name="connsiteY14" fmla="*/ 3813195 h 4275540"/>
              <a:gd name="connsiteX15" fmla="*/ 3698038 w 3898347"/>
              <a:gd name="connsiteY15" fmla="*/ 3806182 h 4275540"/>
              <a:gd name="connsiteX16" fmla="*/ 3662227 w 3898347"/>
              <a:gd name="connsiteY16" fmla="*/ 3807761 h 4275540"/>
              <a:gd name="connsiteX17" fmla="*/ 3659872 w 3898347"/>
              <a:gd name="connsiteY17" fmla="*/ 3805524 h 4275540"/>
              <a:gd name="connsiteX18" fmla="*/ 3643454 w 3898347"/>
              <a:gd name="connsiteY18" fmla="*/ 3794831 h 4275540"/>
              <a:gd name="connsiteX19" fmla="*/ 3624789 w 3898347"/>
              <a:gd name="connsiteY19" fmla="*/ 3803185 h 4275540"/>
              <a:gd name="connsiteX20" fmla="*/ 3602327 w 3898347"/>
              <a:gd name="connsiteY20" fmla="*/ 3794616 h 4275540"/>
              <a:gd name="connsiteX21" fmla="*/ 3596645 w 3898347"/>
              <a:gd name="connsiteY21" fmla="*/ 3797108 h 4275540"/>
              <a:gd name="connsiteX22" fmla="*/ 3574144 w 3898347"/>
              <a:gd name="connsiteY22" fmla="*/ 3795108 h 4275540"/>
              <a:gd name="connsiteX23" fmla="*/ 3562310 w 3898347"/>
              <a:gd name="connsiteY23" fmla="*/ 3787534 h 4275540"/>
              <a:gd name="connsiteX24" fmla="*/ 3551635 w 3898347"/>
              <a:gd name="connsiteY24" fmla="*/ 3797705 h 4275540"/>
              <a:gd name="connsiteX25" fmla="*/ 3550175 w 3898347"/>
              <a:gd name="connsiteY25" fmla="*/ 3803199 h 4275540"/>
              <a:gd name="connsiteX26" fmla="*/ 3542668 w 3898347"/>
              <a:gd name="connsiteY26" fmla="*/ 3803283 h 4275540"/>
              <a:gd name="connsiteX27" fmla="*/ 3533033 w 3898347"/>
              <a:gd name="connsiteY27" fmla="*/ 3799071 h 4275540"/>
              <a:gd name="connsiteX28" fmla="*/ 3521726 w 3898347"/>
              <a:gd name="connsiteY28" fmla="*/ 3804691 h 4275540"/>
              <a:gd name="connsiteX29" fmla="*/ 3520080 w 3898347"/>
              <a:gd name="connsiteY29" fmla="*/ 3805210 h 4275540"/>
              <a:gd name="connsiteX30" fmla="*/ 3508491 w 3898347"/>
              <a:gd name="connsiteY30" fmla="*/ 3797398 h 4275540"/>
              <a:gd name="connsiteX31" fmla="*/ 3503787 w 3898347"/>
              <a:gd name="connsiteY31" fmla="*/ 3797787 h 4275540"/>
              <a:gd name="connsiteX32" fmla="*/ 3492165 w 3898347"/>
              <a:gd name="connsiteY32" fmla="*/ 3799887 h 4275540"/>
              <a:gd name="connsiteX33" fmla="*/ 3472233 w 3898347"/>
              <a:gd name="connsiteY33" fmla="*/ 3805682 h 4275540"/>
              <a:gd name="connsiteX34" fmla="*/ 3465921 w 3898347"/>
              <a:gd name="connsiteY34" fmla="*/ 3805814 h 4275540"/>
              <a:gd name="connsiteX35" fmla="*/ 3455541 w 3898347"/>
              <a:gd name="connsiteY35" fmla="*/ 3815505 h 4275540"/>
              <a:gd name="connsiteX36" fmla="*/ 3429027 w 3898347"/>
              <a:gd name="connsiteY36" fmla="*/ 3816906 h 4275540"/>
              <a:gd name="connsiteX37" fmla="*/ 3369507 w 3898347"/>
              <a:gd name="connsiteY37" fmla="*/ 3825563 h 4275540"/>
              <a:gd name="connsiteX38" fmla="*/ 3324491 w 3898347"/>
              <a:gd name="connsiteY38" fmla="*/ 3832006 h 4275540"/>
              <a:gd name="connsiteX39" fmla="*/ 3244235 w 3898347"/>
              <a:gd name="connsiteY39" fmla="*/ 3834376 h 4275540"/>
              <a:gd name="connsiteX40" fmla="*/ 3226507 w 3898347"/>
              <a:gd name="connsiteY40" fmla="*/ 3820131 h 4275540"/>
              <a:gd name="connsiteX41" fmla="*/ 3191688 w 3898347"/>
              <a:gd name="connsiteY41" fmla="*/ 3837359 h 4275540"/>
              <a:gd name="connsiteX42" fmla="*/ 3185553 w 3898347"/>
              <a:gd name="connsiteY42" fmla="*/ 3859030 h 4275540"/>
              <a:gd name="connsiteX43" fmla="*/ 3137926 w 3898347"/>
              <a:gd name="connsiteY43" fmla="*/ 3867782 h 4275540"/>
              <a:gd name="connsiteX44" fmla="*/ 3090188 w 3898347"/>
              <a:gd name="connsiteY44" fmla="*/ 3855036 h 4275540"/>
              <a:gd name="connsiteX45" fmla="*/ 3031422 w 3898347"/>
              <a:gd name="connsiteY45" fmla="*/ 3858298 h 4275540"/>
              <a:gd name="connsiteX46" fmla="*/ 2996288 w 3898347"/>
              <a:gd name="connsiteY46" fmla="*/ 3860020 h 4275540"/>
              <a:gd name="connsiteX47" fmla="*/ 2901661 w 3898347"/>
              <a:gd name="connsiteY47" fmla="*/ 3882243 h 4275540"/>
              <a:gd name="connsiteX48" fmla="*/ 2782141 w 3898347"/>
              <a:gd name="connsiteY48" fmla="*/ 3932983 h 4275540"/>
              <a:gd name="connsiteX49" fmla="*/ 2749597 w 3898347"/>
              <a:gd name="connsiteY49" fmla="*/ 3956746 h 4275540"/>
              <a:gd name="connsiteX50" fmla="*/ 2730493 w 3898347"/>
              <a:gd name="connsiteY50" fmla="*/ 3955236 h 4275540"/>
              <a:gd name="connsiteX51" fmla="*/ 2707507 w 3898347"/>
              <a:gd name="connsiteY51" fmla="*/ 3947771 h 4275540"/>
              <a:gd name="connsiteX52" fmla="*/ 2701937 w 3898347"/>
              <a:gd name="connsiteY52" fmla="*/ 3950565 h 4275540"/>
              <a:gd name="connsiteX53" fmla="*/ 2679435 w 3898347"/>
              <a:gd name="connsiteY53" fmla="*/ 3949768 h 4275540"/>
              <a:gd name="connsiteX54" fmla="*/ 2667352 w 3898347"/>
              <a:gd name="connsiteY54" fmla="*/ 3942821 h 4275540"/>
              <a:gd name="connsiteX55" fmla="*/ 2657096 w 3898347"/>
              <a:gd name="connsiteY55" fmla="*/ 3953571 h 4275540"/>
              <a:gd name="connsiteX56" fmla="*/ 2655161 w 3898347"/>
              <a:gd name="connsiteY56" fmla="*/ 3962216 h 4275540"/>
              <a:gd name="connsiteX57" fmla="*/ 2638604 w 3898347"/>
              <a:gd name="connsiteY57" fmla="*/ 3955936 h 4275540"/>
              <a:gd name="connsiteX58" fmla="*/ 2626185 w 3898347"/>
              <a:gd name="connsiteY58" fmla="*/ 3962937 h 4275540"/>
              <a:gd name="connsiteX59" fmla="*/ 2614077 w 3898347"/>
              <a:gd name="connsiteY59" fmla="*/ 3955576 h 4275540"/>
              <a:gd name="connsiteX60" fmla="*/ 2609403 w 3898347"/>
              <a:gd name="connsiteY60" fmla="*/ 3956215 h 4275540"/>
              <a:gd name="connsiteX61" fmla="*/ 2597896 w 3898347"/>
              <a:gd name="connsiteY61" fmla="*/ 3958939 h 4275540"/>
              <a:gd name="connsiteX62" fmla="*/ 2578251 w 3898347"/>
              <a:gd name="connsiteY62" fmla="*/ 3965812 h 4275540"/>
              <a:gd name="connsiteX63" fmla="*/ 2571961 w 3898347"/>
              <a:gd name="connsiteY63" fmla="*/ 3966278 h 4275540"/>
              <a:gd name="connsiteX64" fmla="*/ 2559399 w 3898347"/>
              <a:gd name="connsiteY64" fmla="*/ 3979193 h 4275540"/>
              <a:gd name="connsiteX65" fmla="*/ 2533560 w 3898347"/>
              <a:gd name="connsiteY65" fmla="*/ 3988160 h 4275540"/>
              <a:gd name="connsiteX66" fmla="*/ 2515299 w 3898347"/>
              <a:gd name="connsiteY66" fmla="*/ 4016867 h 4275540"/>
              <a:gd name="connsiteX67" fmla="*/ 2513423 w 3898347"/>
              <a:gd name="connsiteY67" fmla="*/ 4018759 h 4275540"/>
              <a:gd name="connsiteX68" fmla="*/ 2482991 w 3898347"/>
              <a:gd name="connsiteY68" fmla="*/ 4012935 h 4275540"/>
              <a:gd name="connsiteX69" fmla="*/ 2446940 w 3898347"/>
              <a:gd name="connsiteY69" fmla="*/ 4021172 h 4275540"/>
              <a:gd name="connsiteX70" fmla="*/ 2404883 w 3898347"/>
              <a:gd name="connsiteY70" fmla="*/ 4024808 h 4275540"/>
              <a:gd name="connsiteX71" fmla="*/ 2373894 w 3898347"/>
              <a:gd name="connsiteY71" fmla="*/ 4023827 h 4275540"/>
              <a:gd name="connsiteX72" fmla="*/ 2297080 w 3898347"/>
              <a:gd name="connsiteY72" fmla="*/ 4040841 h 4275540"/>
              <a:gd name="connsiteX73" fmla="*/ 2170615 w 3898347"/>
              <a:gd name="connsiteY73" fmla="*/ 4077196 h 4275540"/>
              <a:gd name="connsiteX74" fmla="*/ 2143580 w 3898347"/>
              <a:gd name="connsiteY74" fmla="*/ 4083102 h 4275540"/>
              <a:gd name="connsiteX75" fmla="*/ 2119893 w 3898347"/>
              <a:gd name="connsiteY75" fmla="*/ 4080874 h 4275540"/>
              <a:gd name="connsiteX76" fmla="*/ 2114008 w 3898347"/>
              <a:gd name="connsiteY76" fmla="*/ 4073996 h 4275540"/>
              <a:gd name="connsiteX77" fmla="*/ 2099067 w 3898347"/>
              <a:gd name="connsiteY77" fmla="*/ 4076068 h 4275540"/>
              <a:gd name="connsiteX78" fmla="*/ 2095000 w 3898347"/>
              <a:gd name="connsiteY78" fmla="*/ 4075096 h 4275540"/>
              <a:gd name="connsiteX79" fmla="*/ 2071767 w 3898347"/>
              <a:gd name="connsiteY79" fmla="*/ 4071044 h 4275540"/>
              <a:gd name="connsiteX80" fmla="*/ 2024486 w 3898347"/>
              <a:gd name="connsiteY80" fmla="*/ 4100276 h 4275540"/>
              <a:gd name="connsiteX81" fmla="*/ 1964411 w 3898347"/>
              <a:gd name="connsiteY81" fmla="*/ 4105069 h 4275540"/>
              <a:gd name="connsiteX82" fmla="*/ 1739945 w 3898347"/>
              <a:gd name="connsiteY82" fmla="*/ 4171795 h 4275540"/>
              <a:gd name="connsiteX83" fmla="*/ 1610556 w 3898347"/>
              <a:gd name="connsiteY83" fmla="*/ 4167701 h 4275540"/>
              <a:gd name="connsiteX84" fmla="*/ 1553623 w 3898347"/>
              <a:gd name="connsiteY84" fmla="*/ 4236045 h 4275540"/>
              <a:gd name="connsiteX85" fmla="*/ 1548640 w 3898347"/>
              <a:gd name="connsiteY85" fmla="*/ 4238297 h 4275540"/>
              <a:gd name="connsiteX86" fmla="*/ 1530136 w 3898347"/>
              <a:gd name="connsiteY86" fmla="*/ 4227121 h 4275540"/>
              <a:gd name="connsiteX87" fmla="*/ 1508787 w 3898347"/>
              <a:gd name="connsiteY87" fmla="*/ 4234213 h 4275540"/>
              <a:gd name="connsiteX88" fmla="*/ 1488914 w 3898347"/>
              <a:gd name="connsiteY88" fmla="*/ 4241772 h 4275540"/>
              <a:gd name="connsiteX89" fmla="*/ 1488999 w 3898347"/>
              <a:gd name="connsiteY89" fmla="*/ 4251186 h 4275540"/>
              <a:gd name="connsiteX90" fmla="*/ 1475364 w 3898347"/>
              <a:gd name="connsiteY90" fmla="*/ 4248364 h 4275540"/>
              <a:gd name="connsiteX91" fmla="*/ 1457275 w 3898347"/>
              <a:gd name="connsiteY91" fmla="*/ 4252863 h 4275540"/>
              <a:gd name="connsiteX92" fmla="*/ 1448085 w 3898347"/>
              <a:gd name="connsiteY92" fmla="*/ 4248391 h 4275540"/>
              <a:gd name="connsiteX93" fmla="*/ 1315306 w 3898347"/>
              <a:gd name="connsiteY93" fmla="*/ 4237004 h 4275540"/>
              <a:gd name="connsiteX94" fmla="*/ 1272434 w 3898347"/>
              <a:gd name="connsiteY94" fmla="*/ 4244958 h 4275540"/>
              <a:gd name="connsiteX95" fmla="*/ 1231567 w 3898347"/>
              <a:gd name="connsiteY95" fmla="*/ 4219356 h 4275540"/>
              <a:gd name="connsiteX96" fmla="*/ 1216643 w 3898347"/>
              <a:gd name="connsiteY96" fmla="*/ 4229828 h 4275540"/>
              <a:gd name="connsiteX97" fmla="*/ 1214101 w 3898347"/>
              <a:gd name="connsiteY97" fmla="*/ 4231991 h 4275540"/>
              <a:gd name="connsiteX98" fmla="*/ 1203193 w 3898347"/>
              <a:gd name="connsiteY98" fmla="*/ 4232867 h 4275540"/>
              <a:gd name="connsiteX99" fmla="*/ 1201049 w 3898347"/>
              <a:gd name="connsiteY99" fmla="*/ 4242842 h 4275540"/>
              <a:gd name="connsiteX100" fmla="*/ 1185298 w 3898347"/>
              <a:gd name="connsiteY100" fmla="*/ 4251133 h 4275540"/>
              <a:gd name="connsiteX101" fmla="*/ 1164955 w 3898347"/>
              <a:gd name="connsiteY101" fmla="*/ 4250027 h 4275540"/>
              <a:gd name="connsiteX102" fmla="*/ 1067357 w 3898347"/>
              <a:gd name="connsiteY102" fmla="*/ 4233908 h 4275540"/>
              <a:gd name="connsiteX103" fmla="*/ 1009492 w 3898347"/>
              <a:gd name="connsiteY103" fmla="*/ 4230455 h 4275540"/>
              <a:gd name="connsiteX104" fmla="*/ 988345 w 3898347"/>
              <a:gd name="connsiteY104" fmla="*/ 4238880 h 4275540"/>
              <a:gd name="connsiteX105" fmla="*/ 958251 w 3898347"/>
              <a:gd name="connsiteY105" fmla="*/ 4244100 h 4275540"/>
              <a:gd name="connsiteX106" fmla="*/ 905785 w 3898347"/>
              <a:gd name="connsiteY106" fmla="*/ 4260845 h 4275540"/>
              <a:gd name="connsiteX107" fmla="*/ 834176 w 3898347"/>
              <a:gd name="connsiteY107" fmla="*/ 4270241 h 4275540"/>
              <a:gd name="connsiteX108" fmla="*/ 778474 w 3898347"/>
              <a:gd name="connsiteY108" fmla="*/ 4235526 h 4275540"/>
              <a:gd name="connsiteX109" fmla="*/ 774418 w 3898347"/>
              <a:gd name="connsiteY109" fmla="*/ 4242583 h 4275540"/>
              <a:gd name="connsiteX110" fmla="*/ 737705 w 3898347"/>
              <a:gd name="connsiteY110" fmla="*/ 4238891 h 4275540"/>
              <a:gd name="connsiteX111" fmla="*/ 605027 w 3898347"/>
              <a:gd name="connsiteY111" fmla="*/ 4175863 h 4275540"/>
              <a:gd name="connsiteX112" fmla="*/ 533391 w 3898347"/>
              <a:gd name="connsiteY112" fmla="*/ 4170035 h 4275540"/>
              <a:gd name="connsiteX113" fmla="*/ 508621 w 3898347"/>
              <a:gd name="connsiteY113" fmla="*/ 4176044 h 4275540"/>
              <a:gd name="connsiteX114" fmla="*/ 467082 w 3898347"/>
              <a:gd name="connsiteY114" fmla="*/ 4185616 h 4275540"/>
              <a:gd name="connsiteX115" fmla="*/ 437646 w 3898347"/>
              <a:gd name="connsiteY115" fmla="*/ 4212658 h 4275540"/>
              <a:gd name="connsiteX116" fmla="*/ 402271 w 3898347"/>
              <a:gd name="connsiteY116" fmla="*/ 4212774 h 4275540"/>
              <a:gd name="connsiteX117" fmla="*/ 391968 w 3898347"/>
              <a:gd name="connsiteY117" fmla="*/ 4187073 h 4275540"/>
              <a:gd name="connsiteX118" fmla="*/ 354806 w 3898347"/>
              <a:gd name="connsiteY118" fmla="*/ 4195545 h 4275540"/>
              <a:gd name="connsiteX119" fmla="*/ 298662 w 3898347"/>
              <a:gd name="connsiteY119" fmla="*/ 4211227 h 4275540"/>
              <a:gd name="connsiteX120" fmla="*/ 265740 w 3898347"/>
              <a:gd name="connsiteY120" fmla="*/ 4213623 h 4275540"/>
              <a:gd name="connsiteX121" fmla="*/ 176403 w 3898347"/>
              <a:gd name="connsiteY121" fmla="*/ 4227393 h 4275540"/>
              <a:gd name="connsiteX122" fmla="*/ 82528 w 3898347"/>
              <a:gd name="connsiteY122" fmla="*/ 4275540 h 4275540"/>
              <a:gd name="connsiteX123" fmla="*/ 19464 w 3898347"/>
              <a:gd name="connsiteY123" fmla="*/ 4256103 h 4275540"/>
              <a:gd name="connsiteX124" fmla="*/ 0 w 3898347"/>
              <a:gd name="connsiteY124" fmla="*/ 4221939 h 4275540"/>
              <a:gd name="connsiteX125" fmla="*/ 0 w 3898347"/>
              <a:gd name="connsiteY125" fmla="*/ 15850 h 4275540"/>
              <a:gd name="connsiteX126" fmla="*/ 3898347 w 3898347"/>
              <a:gd name="connsiteY126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50175 w 3898347"/>
              <a:gd name="connsiteY24" fmla="*/ 3803199 h 4275540"/>
              <a:gd name="connsiteX25" fmla="*/ 3542668 w 3898347"/>
              <a:gd name="connsiteY25" fmla="*/ 3803283 h 4275540"/>
              <a:gd name="connsiteX26" fmla="*/ 3533033 w 3898347"/>
              <a:gd name="connsiteY26" fmla="*/ 3799071 h 4275540"/>
              <a:gd name="connsiteX27" fmla="*/ 3521726 w 3898347"/>
              <a:gd name="connsiteY27" fmla="*/ 3804691 h 4275540"/>
              <a:gd name="connsiteX28" fmla="*/ 3520080 w 3898347"/>
              <a:gd name="connsiteY28" fmla="*/ 3805210 h 4275540"/>
              <a:gd name="connsiteX29" fmla="*/ 3508491 w 3898347"/>
              <a:gd name="connsiteY29" fmla="*/ 3797398 h 4275540"/>
              <a:gd name="connsiteX30" fmla="*/ 3503787 w 3898347"/>
              <a:gd name="connsiteY30" fmla="*/ 3797787 h 4275540"/>
              <a:gd name="connsiteX31" fmla="*/ 3492165 w 3898347"/>
              <a:gd name="connsiteY31" fmla="*/ 3799887 h 4275540"/>
              <a:gd name="connsiteX32" fmla="*/ 3472233 w 3898347"/>
              <a:gd name="connsiteY32" fmla="*/ 3805682 h 4275540"/>
              <a:gd name="connsiteX33" fmla="*/ 3465921 w 3898347"/>
              <a:gd name="connsiteY33" fmla="*/ 3805814 h 4275540"/>
              <a:gd name="connsiteX34" fmla="*/ 3455541 w 3898347"/>
              <a:gd name="connsiteY34" fmla="*/ 3815505 h 4275540"/>
              <a:gd name="connsiteX35" fmla="*/ 3429027 w 3898347"/>
              <a:gd name="connsiteY35" fmla="*/ 3816906 h 4275540"/>
              <a:gd name="connsiteX36" fmla="*/ 3369507 w 3898347"/>
              <a:gd name="connsiteY36" fmla="*/ 3825563 h 4275540"/>
              <a:gd name="connsiteX37" fmla="*/ 3324491 w 3898347"/>
              <a:gd name="connsiteY37" fmla="*/ 3832006 h 4275540"/>
              <a:gd name="connsiteX38" fmla="*/ 3244235 w 3898347"/>
              <a:gd name="connsiteY38" fmla="*/ 3834376 h 4275540"/>
              <a:gd name="connsiteX39" fmla="*/ 3226507 w 3898347"/>
              <a:gd name="connsiteY39" fmla="*/ 3820131 h 4275540"/>
              <a:gd name="connsiteX40" fmla="*/ 3191688 w 3898347"/>
              <a:gd name="connsiteY40" fmla="*/ 3837359 h 4275540"/>
              <a:gd name="connsiteX41" fmla="*/ 3185553 w 3898347"/>
              <a:gd name="connsiteY41" fmla="*/ 3859030 h 4275540"/>
              <a:gd name="connsiteX42" fmla="*/ 3137926 w 3898347"/>
              <a:gd name="connsiteY42" fmla="*/ 3867782 h 4275540"/>
              <a:gd name="connsiteX43" fmla="*/ 3090188 w 3898347"/>
              <a:gd name="connsiteY43" fmla="*/ 3855036 h 4275540"/>
              <a:gd name="connsiteX44" fmla="*/ 3031422 w 3898347"/>
              <a:gd name="connsiteY44" fmla="*/ 3858298 h 4275540"/>
              <a:gd name="connsiteX45" fmla="*/ 2996288 w 3898347"/>
              <a:gd name="connsiteY45" fmla="*/ 3860020 h 4275540"/>
              <a:gd name="connsiteX46" fmla="*/ 2901661 w 3898347"/>
              <a:gd name="connsiteY46" fmla="*/ 3882243 h 4275540"/>
              <a:gd name="connsiteX47" fmla="*/ 2782141 w 3898347"/>
              <a:gd name="connsiteY47" fmla="*/ 3932983 h 4275540"/>
              <a:gd name="connsiteX48" fmla="*/ 2749597 w 3898347"/>
              <a:gd name="connsiteY48" fmla="*/ 3956746 h 4275540"/>
              <a:gd name="connsiteX49" fmla="*/ 2730493 w 3898347"/>
              <a:gd name="connsiteY49" fmla="*/ 3955236 h 4275540"/>
              <a:gd name="connsiteX50" fmla="*/ 2707507 w 3898347"/>
              <a:gd name="connsiteY50" fmla="*/ 3947771 h 4275540"/>
              <a:gd name="connsiteX51" fmla="*/ 2701937 w 3898347"/>
              <a:gd name="connsiteY51" fmla="*/ 3950565 h 4275540"/>
              <a:gd name="connsiteX52" fmla="*/ 2679435 w 3898347"/>
              <a:gd name="connsiteY52" fmla="*/ 3949768 h 4275540"/>
              <a:gd name="connsiteX53" fmla="*/ 2667352 w 3898347"/>
              <a:gd name="connsiteY53" fmla="*/ 3942821 h 4275540"/>
              <a:gd name="connsiteX54" fmla="*/ 2657096 w 3898347"/>
              <a:gd name="connsiteY54" fmla="*/ 3953571 h 4275540"/>
              <a:gd name="connsiteX55" fmla="*/ 2655161 w 3898347"/>
              <a:gd name="connsiteY55" fmla="*/ 3962216 h 4275540"/>
              <a:gd name="connsiteX56" fmla="*/ 2638604 w 3898347"/>
              <a:gd name="connsiteY56" fmla="*/ 3955936 h 4275540"/>
              <a:gd name="connsiteX57" fmla="*/ 2626185 w 3898347"/>
              <a:gd name="connsiteY57" fmla="*/ 3962937 h 4275540"/>
              <a:gd name="connsiteX58" fmla="*/ 2614077 w 3898347"/>
              <a:gd name="connsiteY58" fmla="*/ 3955576 h 4275540"/>
              <a:gd name="connsiteX59" fmla="*/ 2609403 w 3898347"/>
              <a:gd name="connsiteY59" fmla="*/ 3956215 h 4275540"/>
              <a:gd name="connsiteX60" fmla="*/ 2597896 w 3898347"/>
              <a:gd name="connsiteY60" fmla="*/ 3958939 h 4275540"/>
              <a:gd name="connsiteX61" fmla="*/ 2578251 w 3898347"/>
              <a:gd name="connsiteY61" fmla="*/ 3965812 h 4275540"/>
              <a:gd name="connsiteX62" fmla="*/ 2571961 w 3898347"/>
              <a:gd name="connsiteY62" fmla="*/ 3966278 h 4275540"/>
              <a:gd name="connsiteX63" fmla="*/ 2559399 w 3898347"/>
              <a:gd name="connsiteY63" fmla="*/ 3979193 h 4275540"/>
              <a:gd name="connsiteX64" fmla="*/ 2533560 w 3898347"/>
              <a:gd name="connsiteY64" fmla="*/ 3988160 h 4275540"/>
              <a:gd name="connsiteX65" fmla="*/ 2515299 w 3898347"/>
              <a:gd name="connsiteY65" fmla="*/ 4016867 h 4275540"/>
              <a:gd name="connsiteX66" fmla="*/ 2513423 w 3898347"/>
              <a:gd name="connsiteY66" fmla="*/ 4018759 h 4275540"/>
              <a:gd name="connsiteX67" fmla="*/ 2482991 w 3898347"/>
              <a:gd name="connsiteY67" fmla="*/ 4012935 h 4275540"/>
              <a:gd name="connsiteX68" fmla="*/ 2446940 w 3898347"/>
              <a:gd name="connsiteY68" fmla="*/ 4021172 h 4275540"/>
              <a:gd name="connsiteX69" fmla="*/ 2404883 w 3898347"/>
              <a:gd name="connsiteY69" fmla="*/ 4024808 h 4275540"/>
              <a:gd name="connsiteX70" fmla="*/ 2373894 w 3898347"/>
              <a:gd name="connsiteY70" fmla="*/ 4023827 h 4275540"/>
              <a:gd name="connsiteX71" fmla="*/ 2297080 w 3898347"/>
              <a:gd name="connsiteY71" fmla="*/ 4040841 h 4275540"/>
              <a:gd name="connsiteX72" fmla="*/ 2170615 w 3898347"/>
              <a:gd name="connsiteY72" fmla="*/ 4077196 h 4275540"/>
              <a:gd name="connsiteX73" fmla="*/ 2143580 w 3898347"/>
              <a:gd name="connsiteY73" fmla="*/ 4083102 h 4275540"/>
              <a:gd name="connsiteX74" fmla="*/ 2119893 w 3898347"/>
              <a:gd name="connsiteY74" fmla="*/ 4080874 h 4275540"/>
              <a:gd name="connsiteX75" fmla="*/ 2114008 w 3898347"/>
              <a:gd name="connsiteY75" fmla="*/ 4073996 h 4275540"/>
              <a:gd name="connsiteX76" fmla="*/ 2099067 w 3898347"/>
              <a:gd name="connsiteY76" fmla="*/ 4076068 h 4275540"/>
              <a:gd name="connsiteX77" fmla="*/ 2095000 w 3898347"/>
              <a:gd name="connsiteY77" fmla="*/ 4075096 h 4275540"/>
              <a:gd name="connsiteX78" fmla="*/ 2071767 w 3898347"/>
              <a:gd name="connsiteY78" fmla="*/ 4071044 h 4275540"/>
              <a:gd name="connsiteX79" fmla="*/ 2024486 w 3898347"/>
              <a:gd name="connsiteY79" fmla="*/ 4100276 h 4275540"/>
              <a:gd name="connsiteX80" fmla="*/ 1964411 w 3898347"/>
              <a:gd name="connsiteY80" fmla="*/ 4105069 h 4275540"/>
              <a:gd name="connsiteX81" fmla="*/ 1739945 w 3898347"/>
              <a:gd name="connsiteY81" fmla="*/ 4171795 h 4275540"/>
              <a:gd name="connsiteX82" fmla="*/ 1610556 w 3898347"/>
              <a:gd name="connsiteY82" fmla="*/ 4167701 h 4275540"/>
              <a:gd name="connsiteX83" fmla="*/ 1553623 w 3898347"/>
              <a:gd name="connsiteY83" fmla="*/ 4236045 h 4275540"/>
              <a:gd name="connsiteX84" fmla="*/ 1548640 w 3898347"/>
              <a:gd name="connsiteY84" fmla="*/ 4238297 h 4275540"/>
              <a:gd name="connsiteX85" fmla="*/ 1530136 w 3898347"/>
              <a:gd name="connsiteY85" fmla="*/ 4227121 h 4275540"/>
              <a:gd name="connsiteX86" fmla="*/ 1508787 w 3898347"/>
              <a:gd name="connsiteY86" fmla="*/ 4234213 h 4275540"/>
              <a:gd name="connsiteX87" fmla="*/ 1488914 w 3898347"/>
              <a:gd name="connsiteY87" fmla="*/ 4241772 h 4275540"/>
              <a:gd name="connsiteX88" fmla="*/ 1488999 w 3898347"/>
              <a:gd name="connsiteY88" fmla="*/ 4251186 h 4275540"/>
              <a:gd name="connsiteX89" fmla="*/ 1475364 w 3898347"/>
              <a:gd name="connsiteY89" fmla="*/ 4248364 h 4275540"/>
              <a:gd name="connsiteX90" fmla="*/ 1457275 w 3898347"/>
              <a:gd name="connsiteY90" fmla="*/ 4252863 h 4275540"/>
              <a:gd name="connsiteX91" fmla="*/ 1448085 w 3898347"/>
              <a:gd name="connsiteY91" fmla="*/ 4248391 h 4275540"/>
              <a:gd name="connsiteX92" fmla="*/ 1315306 w 3898347"/>
              <a:gd name="connsiteY92" fmla="*/ 4237004 h 4275540"/>
              <a:gd name="connsiteX93" fmla="*/ 1272434 w 3898347"/>
              <a:gd name="connsiteY93" fmla="*/ 4244958 h 4275540"/>
              <a:gd name="connsiteX94" fmla="*/ 1231567 w 3898347"/>
              <a:gd name="connsiteY94" fmla="*/ 4219356 h 4275540"/>
              <a:gd name="connsiteX95" fmla="*/ 1216643 w 3898347"/>
              <a:gd name="connsiteY95" fmla="*/ 4229828 h 4275540"/>
              <a:gd name="connsiteX96" fmla="*/ 1214101 w 3898347"/>
              <a:gd name="connsiteY96" fmla="*/ 4231991 h 4275540"/>
              <a:gd name="connsiteX97" fmla="*/ 1203193 w 3898347"/>
              <a:gd name="connsiteY97" fmla="*/ 4232867 h 4275540"/>
              <a:gd name="connsiteX98" fmla="*/ 1201049 w 3898347"/>
              <a:gd name="connsiteY98" fmla="*/ 4242842 h 4275540"/>
              <a:gd name="connsiteX99" fmla="*/ 1185298 w 3898347"/>
              <a:gd name="connsiteY99" fmla="*/ 4251133 h 4275540"/>
              <a:gd name="connsiteX100" fmla="*/ 1164955 w 3898347"/>
              <a:gd name="connsiteY100" fmla="*/ 4250027 h 4275540"/>
              <a:gd name="connsiteX101" fmla="*/ 1067357 w 3898347"/>
              <a:gd name="connsiteY101" fmla="*/ 4233908 h 4275540"/>
              <a:gd name="connsiteX102" fmla="*/ 1009492 w 3898347"/>
              <a:gd name="connsiteY102" fmla="*/ 4230455 h 4275540"/>
              <a:gd name="connsiteX103" fmla="*/ 988345 w 3898347"/>
              <a:gd name="connsiteY103" fmla="*/ 4238880 h 4275540"/>
              <a:gd name="connsiteX104" fmla="*/ 958251 w 3898347"/>
              <a:gd name="connsiteY104" fmla="*/ 4244100 h 4275540"/>
              <a:gd name="connsiteX105" fmla="*/ 905785 w 3898347"/>
              <a:gd name="connsiteY105" fmla="*/ 4260845 h 4275540"/>
              <a:gd name="connsiteX106" fmla="*/ 834176 w 3898347"/>
              <a:gd name="connsiteY106" fmla="*/ 4270241 h 4275540"/>
              <a:gd name="connsiteX107" fmla="*/ 778474 w 3898347"/>
              <a:gd name="connsiteY107" fmla="*/ 4235526 h 4275540"/>
              <a:gd name="connsiteX108" fmla="*/ 774418 w 3898347"/>
              <a:gd name="connsiteY108" fmla="*/ 4242583 h 4275540"/>
              <a:gd name="connsiteX109" fmla="*/ 737705 w 3898347"/>
              <a:gd name="connsiteY109" fmla="*/ 4238891 h 4275540"/>
              <a:gd name="connsiteX110" fmla="*/ 605027 w 3898347"/>
              <a:gd name="connsiteY110" fmla="*/ 4175863 h 4275540"/>
              <a:gd name="connsiteX111" fmla="*/ 533391 w 3898347"/>
              <a:gd name="connsiteY111" fmla="*/ 4170035 h 4275540"/>
              <a:gd name="connsiteX112" fmla="*/ 508621 w 3898347"/>
              <a:gd name="connsiteY112" fmla="*/ 4176044 h 4275540"/>
              <a:gd name="connsiteX113" fmla="*/ 467082 w 3898347"/>
              <a:gd name="connsiteY113" fmla="*/ 4185616 h 4275540"/>
              <a:gd name="connsiteX114" fmla="*/ 437646 w 3898347"/>
              <a:gd name="connsiteY114" fmla="*/ 4212658 h 4275540"/>
              <a:gd name="connsiteX115" fmla="*/ 402271 w 3898347"/>
              <a:gd name="connsiteY115" fmla="*/ 4212774 h 4275540"/>
              <a:gd name="connsiteX116" fmla="*/ 391968 w 3898347"/>
              <a:gd name="connsiteY116" fmla="*/ 4187073 h 4275540"/>
              <a:gd name="connsiteX117" fmla="*/ 354806 w 3898347"/>
              <a:gd name="connsiteY117" fmla="*/ 4195545 h 4275540"/>
              <a:gd name="connsiteX118" fmla="*/ 298662 w 3898347"/>
              <a:gd name="connsiteY118" fmla="*/ 4211227 h 4275540"/>
              <a:gd name="connsiteX119" fmla="*/ 265740 w 3898347"/>
              <a:gd name="connsiteY119" fmla="*/ 4213623 h 4275540"/>
              <a:gd name="connsiteX120" fmla="*/ 176403 w 3898347"/>
              <a:gd name="connsiteY120" fmla="*/ 4227393 h 4275540"/>
              <a:gd name="connsiteX121" fmla="*/ 82528 w 3898347"/>
              <a:gd name="connsiteY121" fmla="*/ 4275540 h 4275540"/>
              <a:gd name="connsiteX122" fmla="*/ 19464 w 3898347"/>
              <a:gd name="connsiteY122" fmla="*/ 4256103 h 4275540"/>
              <a:gd name="connsiteX123" fmla="*/ 0 w 3898347"/>
              <a:gd name="connsiteY123" fmla="*/ 4221939 h 4275540"/>
              <a:gd name="connsiteX124" fmla="*/ 0 w 3898347"/>
              <a:gd name="connsiteY124" fmla="*/ 15850 h 4275540"/>
              <a:gd name="connsiteX125" fmla="*/ 3898347 w 3898347"/>
              <a:gd name="connsiteY125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137926 w 3898347"/>
              <a:gd name="connsiteY41" fmla="*/ 3867782 h 4275540"/>
              <a:gd name="connsiteX42" fmla="*/ 3090188 w 3898347"/>
              <a:gd name="connsiteY42" fmla="*/ 3855036 h 4275540"/>
              <a:gd name="connsiteX43" fmla="*/ 3031422 w 3898347"/>
              <a:gd name="connsiteY43" fmla="*/ 3858298 h 4275540"/>
              <a:gd name="connsiteX44" fmla="*/ 2996288 w 3898347"/>
              <a:gd name="connsiteY44" fmla="*/ 3860020 h 4275540"/>
              <a:gd name="connsiteX45" fmla="*/ 2901661 w 3898347"/>
              <a:gd name="connsiteY45" fmla="*/ 3882243 h 4275540"/>
              <a:gd name="connsiteX46" fmla="*/ 2782141 w 3898347"/>
              <a:gd name="connsiteY46" fmla="*/ 3932983 h 4275540"/>
              <a:gd name="connsiteX47" fmla="*/ 2749597 w 3898347"/>
              <a:gd name="connsiteY47" fmla="*/ 3956746 h 4275540"/>
              <a:gd name="connsiteX48" fmla="*/ 2730493 w 3898347"/>
              <a:gd name="connsiteY48" fmla="*/ 3955236 h 4275540"/>
              <a:gd name="connsiteX49" fmla="*/ 2707507 w 3898347"/>
              <a:gd name="connsiteY49" fmla="*/ 3947771 h 4275540"/>
              <a:gd name="connsiteX50" fmla="*/ 2701937 w 3898347"/>
              <a:gd name="connsiteY50" fmla="*/ 3950565 h 4275540"/>
              <a:gd name="connsiteX51" fmla="*/ 2679435 w 3898347"/>
              <a:gd name="connsiteY51" fmla="*/ 3949768 h 4275540"/>
              <a:gd name="connsiteX52" fmla="*/ 2667352 w 3898347"/>
              <a:gd name="connsiteY52" fmla="*/ 3942821 h 4275540"/>
              <a:gd name="connsiteX53" fmla="*/ 2657096 w 3898347"/>
              <a:gd name="connsiteY53" fmla="*/ 3953571 h 4275540"/>
              <a:gd name="connsiteX54" fmla="*/ 2655161 w 3898347"/>
              <a:gd name="connsiteY54" fmla="*/ 3962216 h 4275540"/>
              <a:gd name="connsiteX55" fmla="*/ 2638604 w 3898347"/>
              <a:gd name="connsiteY55" fmla="*/ 3955936 h 4275540"/>
              <a:gd name="connsiteX56" fmla="*/ 2626185 w 3898347"/>
              <a:gd name="connsiteY56" fmla="*/ 3962937 h 4275540"/>
              <a:gd name="connsiteX57" fmla="*/ 2614077 w 3898347"/>
              <a:gd name="connsiteY57" fmla="*/ 3955576 h 4275540"/>
              <a:gd name="connsiteX58" fmla="*/ 2609403 w 3898347"/>
              <a:gd name="connsiteY58" fmla="*/ 3956215 h 4275540"/>
              <a:gd name="connsiteX59" fmla="*/ 2597896 w 3898347"/>
              <a:gd name="connsiteY59" fmla="*/ 3958939 h 4275540"/>
              <a:gd name="connsiteX60" fmla="*/ 2578251 w 3898347"/>
              <a:gd name="connsiteY60" fmla="*/ 3965812 h 4275540"/>
              <a:gd name="connsiteX61" fmla="*/ 2571961 w 3898347"/>
              <a:gd name="connsiteY61" fmla="*/ 3966278 h 4275540"/>
              <a:gd name="connsiteX62" fmla="*/ 2559399 w 3898347"/>
              <a:gd name="connsiteY62" fmla="*/ 3979193 h 4275540"/>
              <a:gd name="connsiteX63" fmla="*/ 2533560 w 3898347"/>
              <a:gd name="connsiteY63" fmla="*/ 3988160 h 4275540"/>
              <a:gd name="connsiteX64" fmla="*/ 2515299 w 3898347"/>
              <a:gd name="connsiteY64" fmla="*/ 4016867 h 4275540"/>
              <a:gd name="connsiteX65" fmla="*/ 2513423 w 3898347"/>
              <a:gd name="connsiteY65" fmla="*/ 4018759 h 4275540"/>
              <a:gd name="connsiteX66" fmla="*/ 2482991 w 3898347"/>
              <a:gd name="connsiteY66" fmla="*/ 4012935 h 4275540"/>
              <a:gd name="connsiteX67" fmla="*/ 2446940 w 3898347"/>
              <a:gd name="connsiteY67" fmla="*/ 4021172 h 4275540"/>
              <a:gd name="connsiteX68" fmla="*/ 2404883 w 3898347"/>
              <a:gd name="connsiteY68" fmla="*/ 4024808 h 4275540"/>
              <a:gd name="connsiteX69" fmla="*/ 2373894 w 3898347"/>
              <a:gd name="connsiteY69" fmla="*/ 4023827 h 4275540"/>
              <a:gd name="connsiteX70" fmla="*/ 2297080 w 3898347"/>
              <a:gd name="connsiteY70" fmla="*/ 4040841 h 4275540"/>
              <a:gd name="connsiteX71" fmla="*/ 2170615 w 3898347"/>
              <a:gd name="connsiteY71" fmla="*/ 4077196 h 4275540"/>
              <a:gd name="connsiteX72" fmla="*/ 2143580 w 3898347"/>
              <a:gd name="connsiteY72" fmla="*/ 4083102 h 4275540"/>
              <a:gd name="connsiteX73" fmla="*/ 2119893 w 3898347"/>
              <a:gd name="connsiteY73" fmla="*/ 4080874 h 4275540"/>
              <a:gd name="connsiteX74" fmla="*/ 2114008 w 3898347"/>
              <a:gd name="connsiteY74" fmla="*/ 4073996 h 4275540"/>
              <a:gd name="connsiteX75" fmla="*/ 2099067 w 3898347"/>
              <a:gd name="connsiteY75" fmla="*/ 4076068 h 4275540"/>
              <a:gd name="connsiteX76" fmla="*/ 2095000 w 3898347"/>
              <a:gd name="connsiteY76" fmla="*/ 4075096 h 4275540"/>
              <a:gd name="connsiteX77" fmla="*/ 2071767 w 3898347"/>
              <a:gd name="connsiteY77" fmla="*/ 4071044 h 4275540"/>
              <a:gd name="connsiteX78" fmla="*/ 2024486 w 3898347"/>
              <a:gd name="connsiteY78" fmla="*/ 4100276 h 4275540"/>
              <a:gd name="connsiteX79" fmla="*/ 1964411 w 3898347"/>
              <a:gd name="connsiteY79" fmla="*/ 4105069 h 4275540"/>
              <a:gd name="connsiteX80" fmla="*/ 1739945 w 3898347"/>
              <a:gd name="connsiteY80" fmla="*/ 4171795 h 4275540"/>
              <a:gd name="connsiteX81" fmla="*/ 1610556 w 3898347"/>
              <a:gd name="connsiteY81" fmla="*/ 4167701 h 4275540"/>
              <a:gd name="connsiteX82" fmla="*/ 1553623 w 3898347"/>
              <a:gd name="connsiteY82" fmla="*/ 4236045 h 4275540"/>
              <a:gd name="connsiteX83" fmla="*/ 1548640 w 3898347"/>
              <a:gd name="connsiteY83" fmla="*/ 4238297 h 4275540"/>
              <a:gd name="connsiteX84" fmla="*/ 1530136 w 3898347"/>
              <a:gd name="connsiteY84" fmla="*/ 4227121 h 4275540"/>
              <a:gd name="connsiteX85" fmla="*/ 1508787 w 3898347"/>
              <a:gd name="connsiteY85" fmla="*/ 4234213 h 4275540"/>
              <a:gd name="connsiteX86" fmla="*/ 1488914 w 3898347"/>
              <a:gd name="connsiteY86" fmla="*/ 4241772 h 4275540"/>
              <a:gd name="connsiteX87" fmla="*/ 1488999 w 3898347"/>
              <a:gd name="connsiteY87" fmla="*/ 4251186 h 4275540"/>
              <a:gd name="connsiteX88" fmla="*/ 1475364 w 3898347"/>
              <a:gd name="connsiteY88" fmla="*/ 4248364 h 4275540"/>
              <a:gd name="connsiteX89" fmla="*/ 1457275 w 3898347"/>
              <a:gd name="connsiteY89" fmla="*/ 4252863 h 4275540"/>
              <a:gd name="connsiteX90" fmla="*/ 1448085 w 3898347"/>
              <a:gd name="connsiteY90" fmla="*/ 4248391 h 4275540"/>
              <a:gd name="connsiteX91" fmla="*/ 1315306 w 3898347"/>
              <a:gd name="connsiteY91" fmla="*/ 4237004 h 4275540"/>
              <a:gd name="connsiteX92" fmla="*/ 1272434 w 3898347"/>
              <a:gd name="connsiteY92" fmla="*/ 4244958 h 4275540"/>
              <a:gd name="connsiteX93" fmla="*/ 1231567 w 3898347"/>
              <a:gd name="connsiteY93" fmla="*/ 4219356 h 4275540"/>
              <a:gd name="connsiteX94" fmla="*/ 1216643 w 3898347"/>
              <a:gd name="connsiteY94" fmla="*/ 4229828 h 4275540"/>
              <a:gd name="connsiteX95" fmla="*/ 1214101 w 3898347"/>
              <a:gd name="connsiteY95" fmla="*/ 4231991 h 4275540"/>
              <a:gd name="connsiteX96" fmla="*/ 1203193 w 3898347"/>
              <a:gd name="connsiteY96" fmla="*/ 4232867 h 4275540"/>
              <a:gd name="connsiteX97" fmla="*/ 1201049 w 3898347"/>
              <a:gd name="connsiteY97" fmla="*/ 4242842 h 4275540"/>
              <a:gd name="connsiteX98" fmla="*/ 1185298 w 3898347"/>
              <a:gd name="connsiteY98" fmla="*/ 4251133 h 4275540"/>
              <a:gd name="connsiteX99" fmla="*/ 1164955 w 3898347"/>
              <a:gd name="connsiteY99" fmla="*/ 4250027 h 4275540"/>
              <a:gd name="connsiteX100" fmla="*/ 1067357 w 3898347"/>
              <a:gd name="connsiteY100" fmla="*/ 4233908 h 4275540"/>
              <a:gd name="connsiteX101" fmla="*/ 1009492 w 3898347"/>
              <a:gd name="connsiteY101" fmla="*/ 4230455 h 4275540"/>
              <a:gd name="connsiteX102" fmla="*/ 988345 w 3898347"/>
              <a:gd name="connsiteY102" fmla="*/ 4238880 h 4275540"/>
              <a:gd name="connsiteX103" fmla="*/ 958251 w 3898347"/>
              <a:gd name="connsiteY103" fmla="*/ 4244100 h 4275540"/>
              <a:gd name="connsiteX104" fmla="*/ 905785 w 3898347"/>
              <a:gd name="connsiteY104" fmla="*/ 4260845 h 4275540"/>
              <a:gd name="connsiteX105" fmla="*/ 834176 w 3898347"/>
              <a:gd name="connsiteY105" fmla="*/ 4270241 h 4275540"/>
              <a:gd name="connsiteX106" fmla="*/ 778474 w 3898347"/>
              <a:gd name="connsiteY106" fmla="*/ 4235526 h 4275540"/>
              <a:gd name="connsiteX107" fmla="*/ 774418 w 3898347"/>
              <a:gd name="connsiteY107" fmla="*/ 4242583 h 4275540"/>
              <a:gd name="connsiteX108" fmla="*/ 737705 w 3898347"/>
              <a:gd name="connsiteY108" fmla="*/ 4238891 h 4275540"/>
              <a:gd name="connsiteX109" fmla="*/ 605027 w 3898347"/>
              <a:gd name="connsiteY109" fmla="*/ 4175863 h 4275540"/>
              <a:gd name="connsiteX110" fmla="*/ 533391 w 3898347"/>
              <a:gd name="connsiteY110" fmla="*/ 4170035 h 4275540"/>
              <a:gd name="connsiteX111" fmla="*/ 508621 w 3898347"/>
              <a:gd name="connsiteY111" fmla="*/ 4176044 h 4275540"/>
              <a:gd name="connsiteX112" fmla="*/ 467082 w 3898347"/>
              <a:gd name="connsiteY112" fmla="*/ 4185616 h 4275540"/>
              <a:gd name="connsiteX113" fmla="*/ 437646 w 3898347"/>
              <a:gd name="connsiteY113" fmla="*/ 4212658 h 4275540"/>
              <a:gd name="connsiteX114" fmla="*/ 402271 w 3898347"/>
              <a:gd name="connsiteY114" fmla="*/ 4212774 h 4275540"/>
              <a:gd name="connsiteX115" fmla="*/ 391968 w 3898347"/>
              <a:gd name="connsiteY115" fmla="*/ 4187073 h 4275540"/>
              <a:gd name="connsiteX116" fmla="*/ 354806 w 3898347"/>
              <a:gd name="connsiteY116" fmla="*/ 4195545 h 4275540"/>
              <a:gd name="connsiteX117" fmla="*/ 298662 w 3898347"/>
              <a:gd name="connsiteY117" fmla="*/ 4211227 h 4275540"/>
              <a:gd name="connsiteX118" fmla="*/ 265740 w 3898347"/>
              <a:gd name="connsiteY118" fmla="*/ 4213623 h 4275540"/>
              <a:gd name="connsiteX119" fmla="*/ 176403 w 3898347"/>
              <a:gd name="connsiteY119" fmla="*/ 4227393 h 4275540"/>
              <a:gd name="connsiteX120" fmla="*/ 82528 w 3898347"/>
              <a:gd name="connsiteY120" fmla="*/ 4275540 h 4275540"/>
              <a:gd name="connsiteX121" fmla="*/ 19464 w 3898347"/>
              <a:gd name="connsiteY121" fmla="*/ 4256103 h 4275540"/>
              <a:gd name="connsiteX122" fmla="*/ 0 w 3898347"/>
              <a:gd name="connsiteY122" fmla="*/ 4221939 h 4275540"/>
              <a:gd name="connsiteX123" fmla="*/ 0 w 3898347"/>
              <a:gd name="connsiteY123" fmla="*/ 15850 h 4275540"/>
              <a:gd name="connsiteX124" fmla="*/ 3898347 w 3898347"/>
              <a:gd name="connsiteY124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090188 w 3898347"/>
              <a:gd name="connsiteY41" fmla="*/ 3855036 h 4275540"/>
              <a:gd name="connsiteX42" fmla="*/ 3031422 w 3898347"/>
              <a:gd name="connsiteY42" fmla="*/ 3858298 h 4275540"/>
              <a:gd name="connsiteX43" fmla="*/ 2996288 w 3898347"/>
              <a:gd name="connsiteY43" fmla="*/ 3860020 h 4275540"/>
              <a:gd name="connsiteX44" fmla="*/ 2901661 w 3898347"/>
              <a:gd name="connsiteY44" fmla="*/ 3882243 h 4275540"/>
              <a:gd name="connsiteX45" fmla="*/ 2782141 w 3898347"/>
              <a:gd name="connsiteY45" fmla="*/ 3932983 h 4275540"/>
              <a:gd name="connsiteX46" fmla="*/ 2749597 w 3898347"/>
              <a:gd name="connsiteY46" fmla="*/ 3956746 h 4275540"/>
              <a:gd name="connsiteX47" fmla="*/ 2730493 w 3898347"/>
              <a:gd name="connsiteY47" fmla="*/ 3955236 h 4275540"/>
              <a:gd name="connsiteX48" fmla="*/ 2707507 w 3898347"/>
              <a:gd name="connsiteY48" fmla="*/ 3947771 h 4275540"/>
              <a:gd name="connsiteX49" fmla="*/ 2701937 w 3898347"/>
              <a:gd name="connsiteY49" fmla="*/ 3950565 h 4275540"/>
              <a:gd name="connsiteX50" fmla="*/ 2679435 w 3898347"/>
              <a:gd name="connsiteY50" fmla="*/ 3949768 h 4275540"/>
              <a:gd name="connsiteX51" fmla="*/ 2667352 w 3898347"/>
              <a:gd name="connsiteY51" fmla="*/ 3942821 h 4275540"/>
              <a:gd name="connsiteX52" fmla="*/ 2657096 w 3898347"/>
              <a:gd name="connsiteY52" fmla="*/ 3953571 h 4275540"/>
              <a:gd name="connsiteX53" fmla="*/ 2655161 w 3898347"/>
              <a:gd name="connsiteY53" fmla="*/ 3962216 h 4275540"/>
              <a:gd name="connsiteX54" fmla="*/ 2638604 w 3898347"/>
              <a:gd name="connsiteY54" fmla="*/ 3955936 h 4275540"/>
              <a:gd name="connsiteX55" fmla="*/ 2626185 w 3898347"/>
              <a:gd name="connsiteY55" fmla="*/ 3962937 h 4275540"/>
              <a:gd name="connsiteX56" fmla="*/ 2614077 w 3898347"/>
              <a:gd name="connsiteY56" fmla="*/ 3955576 h 4275540"/>
              <a:gd name="connsiteX57" fmla="*/ 2609403 w 3898347"/>
              <a:gd name="connsiteY57" fmla="*/ 3956215 h 4275540"/>
              <a:gd name="connsiteX58" fmla="*/ 2597896 w 3898347"/>
              <a:gd name="connsiteY58" fmla="*/ 3958939 h 4275540"/>
              <a:gd name="connsiteX59" fmla="*/ 2578251 w 3898347"/>
              <a:gd name="connsiteY59" fmla="*/ 3965812 h 4275540"/>
              <a:gd name="connsiteX60" fmla="*/ 2571961 w 3898347"/>
              <a:gd name="connsiteY60" fmla="*/ 3966278 h 4275540"/>
              <a:gd name="connsiteX61" fmla="*/ 2559399 w 3898347"/>
              <a:gd name="connsiteY61" fmla="*/ 3979193 h 4275540"/>
              <a:gd name="connsiteX62" fmla="*/ 2533560 w 3898347"/>
              <a:gd name="connsiteY62" fmla="*/ 3988160 h 4275540"/>
              <a:gd name="connsiteX63" fmla="*/ 2515299 w 3898347"/>
              <a:gd name="connsiteY63" fmla="*/ 4016867 h 4275540"/>
              <a:gd name="connsiteX64" fmla="*/ 2513423 w 3898347"/>
              <a:gd name="connsiteY64" fmla="*/ 4018759 h 4275540"/>
              <a:gd name="connsiteX65" fmla="*/ 2482991 w 3898347"/>
              <a:gd name="connsiteY65" fmla="*/ 4012935 h 4275540"/>
              <a:gd name="connsiteX66" fmla="*/ 2446940 w 3898347"/>
              <a:gd name="connsiteY66" fmla="*/ 4021172 h 4275540"/>
              <a:gd name="connsiteX67" fmla="*/ 2404883 w 3898347"/>
              <a:gd name="connsiteY67" fmla="*/ 4024808 h 4275540"/>
              <a:gd name="connsiteX68" fmla="*/ 2373894 w 3898347"/>
              <a:gd name="connsiteY68" fmla="*/ 4023827 h 4275540"/>
              <a:gd name="connsiteX69" fmla="*/ 2297080 w 3898347"/>
              <a:gd name="connsiteY69" fmla="*/ 4040841 h 4275540"/>
              <a:gd name="connsiteX70" fmla="*/ 2170615 w 3898347"/>
              <a:gd name="connsiteY70" fmla="*/ 4077196 h 4275540"/>
              <a:gd name="connsiteX71" fmla="*/ 2143580 w 3898347"/>
              <a:gd name="connsiteY71" fmla="*/ 4083102 h 4275540"/>
              <a:gd name="connsiteX72" fmla="*/ 2119893 w 3898347"/>
              <a:gd name="connsiteY72" fmla="*/ 4080874 h 4275540"/>
              <a:gd name="connsiteX73" fmla="*/ 2114008 w 3898347"/>
              <a:gd name="connsiteY73" fmla="*/ 4073996 h 4275540"/>
              <a:gd name="connsiteX74" fmla="*/ 2099067 w 3898347"/>
              <a:gd name="connsiteY74" fmla="*/ 4076068 h 4275540"/>
              <a:gd name="connsiteX75" fmla="*/ 2095000 w 3898347"/>
              <a:gd name="connsiteY75" fmla="*/ 4075096 h 4275540"/>
              <a:gd name="connsiteX76" fmla="*/ 2071767 w 3898347"/>
              <a:gd name="connsiteY76" fmla="*/ 4071044 h 4275540"/>
              <a:gd name="connsiteX77" fmla="*/ 2024486 w 3898347"/>
              <a:gd name="connsiteY77" fmla="*/ 4100276 h 4275540"/>
              <a:gd name="connsiteX78" fmla="*/ 1964411 w 3898347"/>
              <a:gd name="connsiteY78" fmla="*/ 4105069 h 4275540"/>
              <a:gd name="connsiteX79" fmla="*/ 1739945 w 3898347"/>
              <a:gd name="connsiteY79" fmla="*/ 4171795 h 4275540"/>
              <a:gd name="connsiteX80" fmla="*/ 1610556 w 3898347"/>
              <a:gd name="connsiteY80" fmla="*/ 4167701 h 4275540"/>
              <a:gd name="connsiteX81" fmla="*/ 1553623 w 3898347"/>
              <a:gd name="connsiteY81" fmla="*/ 4236045 h 4275540"/>
              <a:gd name="connsiteX82" fmla="*/ 1548640 w 3898347"/>
              <a:gd name="connsiteY82" fmla="*/ 4238297 h 4275540"/>
              <a:gd name="connsiteX83" fmla="*/ 1530136 w 3898347"/>
              <a:gd name="connsiteY83" fmla="*/ 4227121 h 4275540"/>
              <a:gd name="connsiteX84" fmla="*/ 1508787 w 3898347"/>
              <a:gd name="connsiteY84" fmla="*/ 4234213 h 4275540"/>
              <a:gd name="connsiteX85" fmla="*/ 1488914 w 3898347"/>
              <a:gd name="connsiteY85" fmla="*/ 4241772 h 4275540"/>
              <a:gd name="connsiteX86" fmla="*/ 1488999 w 3898347"/>
              <a:gd name="connsiteY86" fmla="*/ 4251186 h 4275540"/>
              <a:gd name="connsiteX87" fmla="*/ 1475364 w 3898347"/>
              <a:gd name="connsiteY87" fmla="*/ 4248364 h 4275540"/>
              <a:gd name="connsiteX88" fmla="*/ 1457275 w 3898347"/>
              <a:gd name="connsiteY88" fmla="*/ 4252863 h 4275540"/>
              <a:gd name="connsiteX89" fmla="*/ 1448085 w 3898347"/>
              <a:gd name="connsiteY89" fmla="*/ 4248391 h 4275540"/>
              <a:gd name="connsiteX90" fmla="*/ 1315306 w 3898347"/>
              <a:gd name="connsiteY90" fmla="*/ 4237004 h 4275540"/>
              <a:gd name="connsiteX91" fmla="*/ 1272434 w 3898347"/>
              <a:gd name="connsiteY91" fmla="*/ 4244958 h 4275540"/>
              <a:gd name="connsiteX92" fmla="*/ 1231567 w 3898347"/>
              <a:gd name="connsiteY92" fmla="*/ 4219356 h 4275540"/>
              <a:gd name="connsiteX93" fmla="*/ 1216643 w 3898347"/>
              <a:gd name="connsiteY93" fmla="*/ 4229828 h 4275540"/>
              <a:gd name="connsiteX94" fmla="*/ 1214101 w 3898347"/>
              <a:gd name="connsiteY94" fmla="*/ 4231991 h 4275540"/>
              <a:gd name="connsiteX95" fmla="*/ 1203193 w 3898347"/>
              <a:gd name="connsiteY95" fmla="*/ 4232867 h 4275540"/>
              <a:gd name="connsiteX96" fmla="*/ 1201049 w 3898347"/>
              <a:gd name="connsiteY96" fmla="*/ 4242842 h 4275540"/>
              <a:gd name="connsiteX97" fmla="*/ 1185298 w 3898347"/>
              <a:gd name="connsiteY97" fmla="*/ 4251133 h 4275540"/>
              <a:gd name="connsiteX98" fmla="*/ 1164955 w 3898347"/>
              <a:gd name="connsiteY98" fmla="*/ 4250027 h 4275540"/>
              <a:gd name="connsiteX99" fmla="*/ 1067357 w 3898347"/>
              <a:gd name="connsiteY99" fmla="*/ 4233908 h 4275540"/>
              <a:gd name="connsiteX100" fmla="*/ 1009492 w 3898347"/>
              <a:gd name="connsiteY100" fmla="*/ 4230455 h 4275540"/>
              <a:gd name="connsiteX101" fmla="*/ 988345 w 3898347"/>
              <a:gd name="connsiteY101" fmla="*/ 4238880 h 4275540"/>
              <a:gd name="connsiteX102" fmla="*/ 958251 w 3898347"/>
              <a:gd name="connsiteY102" fmla="*/ 4244100 h 4275540"/>
              <a:gd name="connsiteX103" fmla="*/ 905785 w 3898347"/>
              <a:gd name="connsiteY103" fmla="*/ 4260845 h 4275540"/>
              <a:gd name="connsiteX104" fmla="*/ 834176 w 3898347"/>
              <a:gd name="connsiteY104" fmla="*/ 4270241 h 4275540"/>
              <a:gd name="connsiteX105" fmla="*/ 778474 w 3898347"/>
              <a:gd name="connsiteY105" fmla="*/ 4235526 h 4275540"/>
              <a:gd name="connsiteX106" fmla="*/ 774418 w 3898347"/>
              <a:gd name="connsiteY106" fmla="*/ 4242583 h 4275540"/>
              <a:gd name="connsiteX107" fmla="*/ 737705 w 3898347"/>
              <a:gd name="connsiteY107" fmla="*/ 4238891 h 4275540"/>
              <a:gd name="connsiteX108" fmla="*/ 605027 w 3898347"/>
              <a:gd name="connsiteY108" fmla="*/ 4175863 h 4275540"/>
              <a:gd name="connsiteX109" fmla="*/ 533391 w 3898347"/>
              <a:gd name="connsiteY109" fmla="*/ 4170035 h 4275540"/>
              <a:gd name="connsiteX110" fmla="*/ 508621 w 3898347"/>
              <a:gd name="connsiteY110" fmla="*/ 4176044 h 4275540"/>
              <a:gd name="connsiteX111" fmla="*/ 467082 w 3898347"/>
              <a:gd name="connsiteY111" fmla="*/ 4185616 h 4275540"/>
              <a:gd name="connsiteX112" fmla="*/ 437646 w 3898347"/>
              <a:gd name="connsiteY112" fmla="*/ 4212658 h 4275540"/>
              <a:gd name="connsiteX113" fmla="*/ 402271 w 3898347"/>
              <a:gd name="connsiteY113" fmla="*/ 4212774 h 4275540"/>
              <a:gd name="connsiteX114" fmla="*/ 391968 w 3898347"/>
              <a:gd name="connsiteY114" fmla="*/ 4187073 h 4275540"/>
              <a:gd name="connsiteX115" fmla="*/ 354806 w 3898347"/>
              <a:gd name="connsiteY115" fmla="*/ 4195545 h 4275540"/>
              <a:gd name="connsiteX116" fmla="*/ 298662 w 3898347"/>
              <a:gd name="connsiteY116" fmla="*/ 4211227 h 4275540"/>
              <a:gd name="connsiteX117" fmla="*/ 265740 w 3898347"/>
              <a:gd name="connsiteY117" fmla="*/ 4213623 h 4275540"/>
              <a:gd name="connsiteX118" fmla="*/ 176403 w 3898347"/>
              <a:gd name="connsiteY118" fmla="*/ 4227393 h 4275540"/>
              <a:gd name="connsiteX119" fmla="*/ 82528 w 3898347"/>
              <a:gd name="connsiteY119" fmla="*/ 4275540 h 4275540"/>
              <a:gd name="connsiteX120" fmla="*/ 19464 w 3898347"/>
              <a:gd name="connsiteY120" fmla="*/ 4256103 h 4275540"/>
              <a:gd name="connsiteX121" fmla="*/ 0 w 3898347"/>
              <a:gd name="connsiteY121" fmla="*/ 4221939 h 4275540"/>
              <a:gd name="connsiteX122" fmla="*/ 0 w 3898347"/>
              <a:gd name="connsiteY122" fmla="*/ 15850 h 4275540"/>
              <a:gd name="connsiteX123" fmla="*/ 3898347 w 3898347"/>
              <a:gd name="connsiteY123" fmla="*/ 0 h 4275540"/>
              <a:gd name="connsiteX0" fmla="*/ 3898347 w 3898347"/>
              <a:gd name="connsiteY0" fmla="*/ 0 h 4275540"/>
              <a:gd name="connsiteX1" fmla="*/ 3898347 w 3898347"/>
              <a:gd name="connsiteY1" fmla="*/ 3834445 h 4275540"/>
              <a:gd name="connsiteX2" fmla="*/ 3892314 w 3898347"/>
              <a:gd name="connsiteY2" fmla="*/ 3832951 h 4275540"/>
              <a:gd name="connsiteX3" fmla="*/ 3851953 w 3898347"/>
              <a:gd name="connsiteY3" fmla="*/ 3802983 h 4275540"/>
              <a:gd name="connsiteX4" fmla="*/ 3836418 w 3898347"/>
              <a:gd name="connsiteY4" fmla="*/ 3811513 h 4275540"/>
              <a:gd name="connsiteX5" fmla="*/ 3833758 w 3898347"/>
              <a:gd name="connsiteY5" fmla="*/ 3813341 h 4275540"/>
              <a:gd name="connsiteX6" fmla="*/ 3822673 w 3898347"/>
              <a:gd name="connsiteY6" fmla="*/ 3812913 h 4275540"/>
              <a:gd name="connsiteX7" fmla="*/ 3820104 w 3898347"/>
              <a:gd name="connsiteY7" fmla="*/ 3822466 h 4275540"/>
              <a:gd name="connsiteX8" fmla="*/ 3803816 w 3898347"/>
              <a:gd name="connsiteY8" fmla="*/ 3828757 h 4275540"/>
              <a:gd name="connsiteX9" fmla="*/ 3729936 w 3898347"/>
              <a:gd name="connsiteY9" fmla="*/ 3815386 h 4275540"/>
              <a:gd name="connsiteX10" fmla="*/ 3726018 w 3898347"/>
              <a:gd name="connsiteY10" fmla="*/ 3815100 h 4275540"/>
              <a:gd name="connsiteX11" fmla="*/ 3725413 w 3898347"/>
              <a:gd name="connsiteY11" fmla="*/ 3814615 h 4275540"/>
              <a:gd name="connsiteX12" fmla="*/ 3713801 w 3898347"/>
              <a:gd name="connsiteY12" fmla="*/ 3811018 h 4275540"/>
              <a:gd name="connsiteX13" fmla="*/ 3709087 w 3898347"/>
              <a:gd name="connsiteY13" fmla="*/ 3813195 h 4275540"/>
              <a:gd name="connsiteX14" fmla="*/ 3698038 w 3898347"/>
              <a:gd name="connsiteY14" fmla="*/ 3806182 h 4275540"/>
              <a:gd name="connsiteX15" fmla="*/ 3662227 w 3898347"/>
              <a:gd name="connsiteY15" fmla="*/ 3807761 h 4275540"/>
              <a:gd name="connsiteX16" fmla="*/ 3659872 w 3898347"/>
              <a:gd name="connsiteY16" fmla="*/ 3805524 h 4275540"/>
              <a:gd name="connsiteX17" fmla="*/ 3643454 w 3898347"/>
              <a:gd name="connsiteY17" fmla="*/ 3794831 h 4275540"/>
              <a:gd name="connsiteX18" fmla="*/ 3624789 w 3898347"/>
              <a:gd name="connsiteY18" fmla="*/ 3803185 h 4275540"/>
              <a:gd name="connsiteX19" fmla="*/ 3602327 w 3898347"/>
              <a:gd name="connsiteY19" fmla="*/ 3794616 h 4275540"/>
              <a:gd name="connsiteX20" fmla="*/ 3596645 w 3898347"/>
              <a:gd name="connsiteY20" fmla="*/ 3797108 h 4275540"/>
              <a:gd name="connsiteX21" fmla="*/ 3574144 w 3898347"/>
              <a:gd name="connsiteY21" fmla="*/ 3795108 h 4275540"/>
              <a:gd name="connsiteX22" fmla="*/ 3562310 w 3898347"/>
              <a:gd name="connsiteY22" fmla="*/ 3787534 h 4275540"/>
              <a:gd name="connsiteX23" fmla="*/ 3551635 w 3898347"/>
              <a:gd name="connsiteY23" fmla="*/ 3797705 h 4275540"/>
              <a:gd name="connsiteX24" fmla="*/ 3542668 w 3898347"/>
              <a:gd name="connsiteY24" fmla="*/ 3803283 h 4275540"/>
              <a:gd name="connsiteX25" fmla="*/ 3533033 w 3898347"/>
              <a:gd name="connsiteY25" fmla="*/ 3799071 h 4275540"/>
              <a:gd name="connsiteX26" fmla="*/ 3521726 w 3898347"/>
              <a:gd name="connsiteY26" fmla="*/ 3804691 h 4275540"/>
              <a:gd name="connsiteX27" fmla="*/ 3520080 w 3898347"/>
              <a:gd name="connsiteY27" fmla="*/ 3805210 h 4275540"/>
              <a:gd name="connsiteX28" fmla="*/ 3508491 w 3898347"/>
              <a:gd name="connsiteY28" fmla="*/ 3797398 h 4275540"/>
              <a:gd name="connsiteX29" fmla="*/ 3503787 w 3898347"/>
              <a:gd name="connsiteY29" fmla="*/ 3797787 h 4275540"/>
              <a:gd name="connsiteX30" fmla="*/ 3492165 w 3898347"/>
              <a:gd name="connsiteY30" fmla="*/ 3799887 h 4275540"/>
              <a:gd name="connsiteX31" fmla="*/ 3472233 w 3898347"/>
              <a:gd name="connsiteY31" fmla="*/ 3805682 h 4275540"/>
              <a:gd name="connsiteX32" fmla="*/ 3465921 w 3898347"/>
              <a:gd name="connsiteY32" fmla="*/ 3805814 h 4275540"/>
              <a:gd name="connsiteX33" fmla="*/ 3455541 w 3898347"/>
              <a:gd name="connsiteY33" fmla="*/ 3815505 h 4275540"/>
              <a:gd name="connsiteX34" fmla="*/ 3429027 w 3898347"/>
              <a:gd name="connsiteY34" fmla="*/ 3816906 h 4275540"/>
              <a:gd name="connsiteX35" fmla="*/ 3369507 w 3898347"/>
              <a:gd name="connsiteY35" fmla="*/ 3825563 h 4275540"/>
              <a:gd name="connsiteX36" fmla="*/ 3324491 w 3898347"/>
              <a:gd name="connsiteY36" fmla="*/ 3832006 h 4275540"/>
              <a:gd name="connsiteX37" fmla="*/ 3244235 w 3898347"/>
              <a:gd name="connsiteY37" fmla="*/ 3834376 h 4275540"/>
              <a:gd name="connsiteX38" fmla="*/ 3226507 w 3898347"/>
              <a:gd name="connsiteY38" fmla="*/ 3820131 h 4275540"/>
              <a:gd name="connsiteX39" fmla="*/ 3191688 w 3898347"/>
              <a:gd name="connsiteY39" fmla="*/ 3837359 h 4275540"/>
              <a:gd name="connsiteX40" fmla="*/ 3185553 w 3898347"/>
              <a:gd name="connsiteY40" fmla="*/ 3859030 h 4275540"/>
              <a:gd name="connsiteX41" fmla="*/ 3090188 w 3898347"/>
              <a:gd name="connsiteY41" fmla="*/ 3855036 h 4275540"/>
              <a:gd name="connsiteX42" fmla="*/ 3031422 w 3898347"/>
              <a:gd name="connsiteY42" fmla="*/ 3858298 h 4275540"/>
              <a:gd name="connsiteX43" fmla="*/ 2996288 w 3898347"/>
              <a:gd name="connsiteY43" fmla="*/ 3860020 h 4275540"/>
              <a:gd name="connsiteX44" fmla="*/ 2901661 w 3898347"/>
              <a:gd name="connsiteY44" fmla="*/ 3882243 h 4275540"/>
              <a:gd name="connsiteX45" fmla="*/ 2782141 w 3898347"/>
              <a:gd name="connsiteY45" fmla="*/ 3932983 h 4275540"/>
              <a:gd name="connsiteX46" fmla="*/ 2749597 w 3898347"/>
              <a:gd name="connsiteY46" fmla="*/ 3956746 h 4275540"/>
              <a:gd name="connsiteX47" fmla="*/ 2730493 w 3898347"/>
              <a:gd name="connsiteY47" fmla="*/ 3955236 h 4275540"/>
              <a:gd name="connsiteX48" fmla="*/ 2707507 w 3898347"/>
              <a:gd name="connsiteY48" fmla="*/ 3947771 h 4275540"/>
              <a:gd name="connsiteX49" fmla="*/ 2701937 w 3898347"/>
              <a:gd name="connsiteY49" fmla="*/ 3950565 h 4275540"/>
              <a:gd name="connsiteX50" fmla="*/ 2679435 w 3898347"/>
              <a:gd name="connsiteY50" fmla="*/ 3949768 h 4275540"/>
              <a:gd name="connsiteX51" fmla="*/ 2667352 w 3898347"/>
              <a:gd name="connsiteY51" fmla="*/ 3942821 h 4275540"/>
              <a:gd name="connsiteX52" fmla="*/ 2657096 w 3898347"/>
              <a:gd name="connsiteY52" fmla="*/ 3953571 h 4275540"/>
              <a:gd name="connsiteX53" fmla="*/ 2655161 w 3898347"/>
              <a:gd name="connsiteY53" fmla="*/ 3962216 h 4275540"/>
              <a:gd name="connsiteX54" fmla="*/ 2638604 w 3898347"/>
              <a:gd name="connsiteY54" fmla="*/ 3955936 h 4275540"/>
              <a:gd name="connsiteX55" fmla="*/ 2626185 w 3898347"/>
              <a:gd name="connsiteY55" fmla="*/ 3962937 h 4275540"/>
              <a:gd name="connsiteX56" fmla="*/ 2614077 w 3898347"/>
              <a:gd name="connsiteY56" fmla="*/ 3955576 h 4275540"/>
              <a:gd name="connsiteX57" fmla="*/ 2609403 w 3898347"/>
              <a:gd name="connsiteY57" fmla="*/ 3956215 h 4275540"/>
              <a:gd name="connsiteX58" fmla="*/ 2597896 w 3898347"/>
              <a:gd name="connsiteY58" fmla="*/ 3958939 h 4275540"/>
              <a:gd name="connsiteX59" fmla="*/ 2578251 w 3898347"/>
              <a:gd name="connsiteY59" fmla="*/ 3965812 h 4275540"/>
              <a:gd name="connsiteX60" fmla="*/ 2571961 w 3898347"/>
              <a:gd name="connsiteY60" fmla="*/ 3966278 h 4275540"/>
              <a:gd name="connsiteX61" fmla="*/ 2559399 w 3898347"/>
              <a:gd name="connsiteY61" fmla="*/ 3979193 h 4275540"/>
              <a:gd name="connsiteX62" fmla="*/ 2533560 w 3898347"/>
              <a:gd name="connsiteY62" fmla="*/ 3988160 h 4275540"/>
              <a:gd name="connsiteX63" fmla="*/ 2515299 w 3898347"/>
              <a:gd name="connsiteY63" fmla="*/ 4016867 h 4275540"/>
              <a:gd name="connsiteX64" fmla="*/ 2513423 w 3898347"/>
              <a:gd name="connsiteY64" fmla="*/ 4018759 h 4275540"/>
              <a:gd name="connsiteX65" fmla="*/ 2482991 w 3898347"/>
              <a:gd name="connsiteY65" fmla="*/ 4012935 h 4275540"/>
              <a:gd name="connsiteX66" fmla="*/ 2446940 w 3898347"/>
              <a:gd name="connsiteY66" fmla="*/ 4021172 h 4275540"/>
              <a:gd name="connsiteX67" fmla="*/ 2404883 w 3898347"/>
              <a:gd name="connsiteY67" fmla="*/ 4024808 h 4275540"/>
              <a:gd name="connsiteX68" fmla="*/ 2373894 w 3898347"/>
              <a:gd name="connsiteY68" fmla="*/ 4023827 h 4275540"/>
              <a:gd name="connsiteX69" fmla="*/ 2297080 w 3898347"/>
              <a:gd name="connsiteY69" fmla="*/ 4040841 h 4275540"/>
              <a:gd name="connsiteX70" fmla="*/ 2170615 w 3898347"/>
              <a:gd name="connsiteY70" fmla="*/ 4077196 h 4275540"/>
              <a:gd name="connsiteX71" fmla="*/ 2143580 w 3898347"/>
              <a:gd name="connsiteY71" fmla="*/ 4083102 h 4275540"/>
              <a:gd name="connsiteX72" fmla="*/ 2119893 w 3898347"/>
              <a:gd name="connsiteY72" fmla="*/ 4080874 h 4275540"/>
              <a:gd name="connsiteX73" fmla="*/ 2114008 w 3898347"/>
              <a:gd name="connsiteY73" fmla="*/ 4073996 h 4275540"/>
              <a:gd name="connsiteX74" fmla="*/ 2099067 w 3898347"/>
              <a:gd name="connsiteY74" fmla="*/ 4076068 h 4275540"/>
              <a:gd name="connsiteX75" fmla="*/ 2095000 w 3898347"/>
              <a:gd name="connsiteY75" fmla="*/ 4075096 h 4275540"/>
              <a:gd name="connsiteX76" fmla="*/ 2071767 w 3898347"/>
              <a:gd name="connsiteY76" fmla="*/ 4071044 h 4275540"/>
              <a:gd name="connsiteX77" fmla="*/ 2024486 w 3898347"/>
              <a:gd name="connsiteY77" fmla="*/ 4100276 h 4275540"/>
              <a:gd name="connsiteX78" fmla="*/ 1964411 w 3898347"/>
              <a:gd name="connsiteY78" fmla="*/ 4105069 h 4275540"/>
              <a:gd name="connsiteX79" fmla="*/ 1739945 w 3898347"/>
              <a:gd name="connsiteY79" fmla="*/ 4171795 h 4275540"/>
              <a:gd name="connsiteX80" fmla="*/ 1610556 w 3898347"/>
              <a:gd name="connsiteY80" fmla="*/ 4167701 h 4275540"/>
              <a:gd name="connsiteX81" fmla="*/ 1553623 w 3898347"/>
              <a:gd name="connsiteY81" fmla="*/ 4236045 h 4275540"/>
              <a:gd name="connsiteX82" fmla="*/ 1548640 w 3898347"/>
              <a:gd name="connsiteY82" fmla="*/ 4238297 h 4275540"/>
              <a:gd name="connsiteX83" fmla="*/ 1530136 w 3898347"/>
              <a:gd name="connsiteY83" fmla="*/ 4227121 h 4275540"/>
              <a:gd name="connsiteX84" fmla="*/ 1508787 w 3898347"/>
              <a:gd name="connsiteY84" fmla="*/ 4234213 h 4275540"/>
              <a:gd name="connsiteX85" fmla="*/ 1488914 w 3898347"/>
              <a:gd name="connsiteY85" fmla="*/ 4241772 h 4275540"/>
              <a:gd name="connsiteX86" fmla="*/ 1488999 w 3898347"/>
              <a:gd name="connsiteY86" fmla="*/ 4251186 h 4275540"/>
              <a:gd name="connsiteX87" fmla="*/ 1475364 w 3898347"/>
              <a:gd name="connsiteY87" fmla="*/ 4248364 h 4275540"/>
              <a:gd name="connsiteX88" fmla="*/ 1457275 w 3898347"/>
              <a:gd name="connsiteY88" fmla="*/ 4252863 h 4275540"/>
              <a:gd name="connsiteX89" fmla="*/ 1448085 w 3898347"/>
              <a:gd name="connsiteY89" fmla="*/ 4248391 h 4275540"/>
              <a:gd name="connsiteX90" fmla="*/ 1315306 w 3898347"/>
              <a:gd name="connsiteY90" fmla="*/ 4237004 h 4275540"/>
              <a:gd name="connsiteX91" fmla="*/ 1272434 w 3898347"/>
              <a:gd name="connsiteY91" fmla="*/ 4244958 h 4275540"/>
              <a:gd name="connsiteX92" fmla="*/ 1231567 w 3898347"/>
              <a:gd name="connsiteY92" fmla="*/ 4219356 h 4275540"/>
              <a:gd name="connsiteX93" fmla="*/ 1216643 w 3898347"/>
              <a:gd name="connsiteY93" fmla="*/ 4229828 h 4275540"/>
              <a:gd name="connsiteX94" fmla="*/ 1214101 w 3898347"/>
              <a:gd name="connsiteY94" fmla="*/ 4231991 h 4275540"/>
              <a:gd name="connsiteX95" fmla="*/ 1203193 w 3898347"/>
              <a:gd name="connsiteY95" fmla="*/ 4232867 h 4275540"/>
              <a:gd name="connsiteX96" fmla="*/ 1201049 w 3898347"/>
              <a:gd name="connsiteY96" fmla="*/ 4242842 h 4275540"/>
              <a:gd name="connsiteX97" fmla="*/ 1185298 w 3898347"/>
              <a:gd name="connsiteY97" fmla="*/ 4251133 h 4275540"/>
              <a:gd name="connsiteX98" fmla="*/ 1164955 w 3898347"/>
              <a:gd name="connsiteY98" fmla="*/ 4250027 h 4275540"/>
              <a:gd name="connsiteX99" fmla="*/ 1067357 w 3898347"/>
              <a:gd name="connsiteY99" fmla="*/ 4233908 h 4275540"/>
              <a:gd name="connsiteX100" fmla="*/ 1009492 w 3898347"/>
              <a:gd name="connsiteY100" fmla="*/ 4230455 h 4275540"/>
              <a:gd name="connsiteX101" fmla="*/ 988345 w 3898347"/>
              <a:gd name="connsiteY101" fmla="*/ 4238880 h 4275540"/>
              <a:gd name="connsiteX102" fmla="*/ 958251 w 3898347"/>
              <a:gd name="connsiteY102" fmla="*/ 4244100 h 4275540"/>
              <a:gd name="connsiteX103" fmla="*/ 905785 w 3898347"/>
              <a:gd name="connsiteY103" fmla="*/ 4260845 h 4275540"/>
              <a:gd name="connsiteX104" fmla="*/ 834176 w 3898347"/>
              <a:gd name="connsiteY104" fmla="*/ 4270241 h 4275540"/>
              <a:gd name="connsiteX105" fmla="*/ 778474 w 3898347"/>
              <a:gd name="connsiteY105" fmla="*/ 4235526 h 4275540"/>
              <a:gd name="connsiteX106" fmla="*/ 774418 w 3898347"/>
              <a:gd name="connsiteY106" fmla="*/ 4242583 h 4275540"/>
              <a:gd name="connsiteX107" fmla="*/ 737705 w 3898347"/>
              <a:gd name="connsiteY107" fmla="*/ 4238891 h 4275540"/>
              <a:gd name="connsiteX108" fmla="*/ 627717 w 3898347"/>
              <a:gd name="connsiteY108" fmla="*/ 4207629 h 4275540"/>
              <a:gd name="connsiteX109" fmla="*/ 533391 w 3898347"/>
              <a:gd name="connsiteY109" fmla="*/ 4170035 h 4275540"/>
              <a:gd name="connsiteX110" fmla="*/ 508621 w 3898347"/>
              <a:gd name="connsiteY110" fmla="*/ 4176044 h 4275540"/>
              <a:gd name="connsiteX111" fmla="*/ 467082 w 3898347"/>
              <a:gd name="connsiteY111" fmla="*/ 4185616 h 4275540"/>
              <a:gd name="connsiteX112" fmla="*/ 437646 w 3898347"/>
              <a:gd name="connsiteY112" fmla="*/ 4212658 h 4275540"/>
              <a:gd name="connsiteX113" fmla="*/ 402271 w 3898347"/>
              <a:gd name="connsiteY113" fmla="*/ 4212774 h 4275540"/>
              <a:gd name="connsiteX114" fmla="*/ 391968 w 3898347"/>
              <a:gd name="connsiteY114" fmla="*/ 4187073 h 4275540"/>
              <a:gd name="connsiteX115" fmla="*/ 354806 w 3898347"/>
              <a:gd name="connsiteY115" fmla="*/ 4195545 h 4275540"/>
              <a:gd name="connsiteX116" fmla="*/ 298662 w 3898347"/>
              <a:gd name="connsiteY116" fmla="*/ 4211227 h 4275540"/>
              <a:gd name="connsiteX117" fmla="*/ 265740 w 3898347"/>
              <a:gd name="connsiteY117" fmla="*/ 4213623 h 4275540"/>
              <a:gd name="connsiteX118" fmla="*/ 176403 w 3898347"/>
              <a:gd name="connsiteY118" fmla="*/ 4227393 h 4275540"/>
              <a:gd name="connsiteX119" fmla="*/ 82528 w 3898347"/>
              <a:gd name="connsiteY119" fmla="*/ 4275540 h 4275540"/>
              <a:gd name="connsiteX120" fmla="*/ 19464 w 3898347"/>
              <a:gd name="connsiteY120" fmla="*/ 4256103 h 4275540"/>
              <a:gd name="connsiteX121" fmla="*/ 0 w 3898347"/>
              <a:gd name="connsiteY121" fmla="*/ 4221939 h 4275540"/>
              <a:gd name="connsiteX122" fmla="*/ 0 w 3898347"/>
              <a:gd name="connsiteY122" fmla="*/ 15850 h 4275540"/>
              <a:gd name="connsiteX123" fmla="*/ 3898347 w 3898347"/>
              <a:gd name="connsiteY123" fmla="*/ 0 h 4275540"/>
              <a:gd name="connsiteX0" fmla="*/ 3898347 w 3898347"/>
              <a:gd name="connsiteY0" fmla="*/ 0 h 4270358"/>
              <a:gd name="connsiteX1" fmla="*/ 3898347 w 3898347"/>
              <a:gd name="connsiteY1" fmla="*/ 3834445 h 4270358"/>
              <a:gd name="connsiteX2" fmla="*/ 3892314 w 3898347"/>
              <a:gd name="connsiteY2" fmla="*/ 3832951 h 4270358"/>
              <a:gd name="connsiteX3" fmla="*/ 3851953 w 3898347"/>
              <a:gd name="connsiteY3" fmla="*/ 3802983 h 4270358"/>
              <a:gd name="connsiteX4" fmla="*/ 3836418 w 3898347"/>
              <a:gd name="connsiteY4" fmla="*/ 3811513 h 4270358"/>
              <a:gd name="connsiteX5" fmla="*/ 3833758 w 3898347"/>
              <a:gd name="connsiteY5" fmla="*/ 3813341 h 4270358"/>
              <a:gd name="connsiteX6" fmla="*/ 3822673 w 3898347"/>
              <a:gd name="connsiteY6" fmla="*/ 3812913 h 4270358"/>
              <a:gd name="connsiteX7" fmla="*/ 3820104 w 3898347"/>
              <a:gd name="connsiteY7" fmla="*/ 3822466 h 4270358"/>
              <a:gd name="connsiteX8" fmla="*/ 3803816 w 3898347"/>
              <a:gd name="connsiteY8" fmla="*/ 3828757 h 4270358"/>
              <a:gd name="connsiteX9" fmla="*/ 3729936 w 3898347"/>
              <a:gd name="connsiteY9" fmla="*/ 3815386 h 4270358"/>
              <a:gd name="connsiteX10" fmla="*/ 3726018 w 3898347"/>
              <a:gd name="connsiteY10" fmla="*/ 3815100 h 4270358"/>
              <a:gd name="connsiteX11" fmla="*/ 3725413 w 3898347"/>
              <a:gd name="connsiteY11" fmla="*/ 3814615 h 4270358"/>
              <a:gd name="connsiteX12" fmla="*/ 3713801 w 3898347"/>
              <a:gd name="connsiteY12" fmla="*/ 3811018 h 4270358"/>
              <a:gd name="connsiteX13" fmla="*/ 3709087 w 3898347"/>
              <a:gd name="connsiteY13" fmla="*/ 3813195 h 4270358"/>
              <a:gd name="connsiteX14" fmla="*/ 3698038 w 3898347"/>
              <a:gd name="connsiteY14" fmla="*/ 3806182 h 4270358"/>
              <a:gd name="connsiteX15" fmla="*/ 3662227 w 3898347"/>
              <a:gd name="connsiteY15" fmla="*/ 3807761 h 4270358"/>
              <a:gd name="connsiteX16" fmla="*/ 3659872 w 3898347"/>
              <a:gd name="connsiteY16" fmla="*/ 3805524 h 4270358"/>
              <a:gd name="connsiteX17" fmla="*/ 3643454 w 3898347"/>
              <a:gd name="connsiteY17" fmla="*/ 3794831 h 4270358"/>
              <a:gd name="connsiteX18" fmla="*/ 3624789 w 3898347"/>
              <a:gd name="connsiteY18" fmla="*/ 3803185 h 4270358"/>
              <a:gd name="connsiteX19" fmla="*/ 3602327 w 3898347"/>
              <a:gd name="connsiteY19" fmla="*/ 3794616 h 4270358"/>
              <a:gd name="connsiteX20" fmla="*/ 3596645 w 3898347"/>
              <a:gd name="connsiteY20" fmla="*/ 3797108 h 4270358"/>
              <a:gd name="connsiteX21" fmla="*/ 3574144 w 3898347"/>
              <a:gd name="connsiteY21" fmla="*/ 3795108 h 4270358"/>
              <a:gd name="connsiteX22" fmla="*/ 3562310 w 3898347"/>
              <a:gd name="connsiteY22" fmla="*/ 3787534 h 4270358"/>
              <a:gd name="connsiteX23" fmla="*/ 3551635 w 3898347"/>
              <a:gd name="connsiteY23" fmla="*/ 3797705 h 4270358"/>
              <a:gd name="connsiteX24" fmla="*/ 3542668 w 3898347"/>
              <a:gd name="connsiteY24" fmla="*/ 3803283 h 4270358"/>
              <a:gd name="connsiteX25" fmla="*/ 3533033 w 3898347"/>
              <a:gd name="connsiteY25" fmla="*/ 3799071 h 4270358"/>
              <a:gd name="connsiteX26" fmla="*/ 3521726 w 3898347"/>
              <a:gd name="connsiteY26" fmla="*/ 3804691 h 4270358"/>
              <a:gd name="connsiteX27" fmla="*/ 3520080 w 3898347"/>
              <a:gd name="connsiteY27" fmla="*/ 3805210 h 4270358"/>
              <a:gd name="connsiteX28" fmla="*/ 3508491 w 3898347"/>
              <a:gd name="connsiteY28" fmla="*/ 3797398 h 4270358"/>
              <a:gd name="connsiteX29" fmla="*/ 3503787 w 3898347"/>
              <a:gd name="connsiteY29" fmla="*/ 3797787 h 4270358"/>
              <a:gd name="connsiteX30" fmla="*/ 3492165 w 3898347"/>
              <a:gd name="connsiteY30" fmla="*/ 3799887 h 4270358"/>
              <a:gd name="connsiteX31" fmla="*/ 3472233 w 3898347"/>
              <a:gd name="connsiteY31" fmla="*/ 3805682 h 4270358"/>
              <a:gd name="connsiteX32" fmla="*/ 3465921 w 3898347"/>
              <a:gd name="connsiteY32" fmla="*/ 3805814 h 4270358"/>
              <a:gd name="connsiteX33" fmla="*/ 3455541 w 3898347"/>
              <a:gd name="connsiteY33" fmla="*/ 3815505 h 4270358"/>
              <a:gd name="connsiteX34" fmla="*/ 3429027 w 3898347"/>
              <a:gd name="connsiteY34" fmla="*/ 3816906 h 4270358"/>
              <a:gd name="connsiteX35" fmla="*/ 3369507 w 3898347"/>
              <a:gd name="connsiteY35" fmla="*/ 3825563 h 4270358"/>
              <a:gd name="connsiteX36" fmla="*/ 3324491 w 3898347"/>
              <a:gd name="connsiteY36" fmla="*/ 3832006 h 4270358"/>
              <a:gd name="connsiteX37" fmla="*/ 3244235 w 3898347"/>
              <a:gd name="connsiteY37" fmla="*/ 3834376 h 4270358"/>
              <a:gd name="connsiteX38" fmla="*/ 3226507 w 3898347"/>
              <a:gd name="connsiteY38" fmla="*/ 3820131 h 4270358"/>
              <a:gd name="connsiteX39" fmla="*/ 3191688 w 3898347"/>
              <a:gd name="connsiteY39" fmla="*/ 3837359 h 4270358"/>
              <a:gd name="connsiteX40" fmla="*/ 3185553 w 3898347"/>
              <a:gd name="connsiteY40" fmla="*/ 3859030 h 4270358"/>
              <a:gd name="connsiteX41" fmla="*/ 3090188 w 3898347"/>
              <a:gd name="connsiteY41" fmla="*/ 3855036 h 4270358"/>
              <a:gd name="connsiteX42" fmla="*/ 3031422 w 3898347"/>
              <a:gd name="connsiteY42" fmla="*/ 3858298 h 4270358"/>
              <a:gd name="connsiteX43" fmla="*/ 2996288 w 3898347"/>
              <a:gd name="connsiteY43" fmla="*/ 3860020 h 4270358"/>
              <a:gd name="connsiteX44" fmla="*/ 2901661 w 3898347"/>
              <a:gd name="connsiteY44" fmla="*/ 3882243 h 4270358"/>
              <a:gd name="connsiteX45" fmla="*/ 2782141 w 3898347"/>
              <a:gd name="connsiteY45" fmla="*/ 3932983 h 4270358"/>
              <a:gd name="connsiteX46" fmla="*/ 2749597 w 3898347"/>
              <a:gd name="connsiteY46" fmla="*/ 3956746 h 4270358"/>
              <a:gd name="connsiteX47" fmla="*/ 2730493 w 3898347"/>
              <a:gd name="connsiteY47" fmla="*/ 3955236 h 4270358"/>
              <a:gd name="connsiteX48" fmla="*/ 2707507 w 3898347"/>
              <a:gd name="connsiteY48" fmla="*/ 3947771 h 4270358"/>
              <a:gd name="connsiteX49" fmla="*/ 2701937 w 3898347"/>
              <a:gd name="connsiteY49" fmla="*/ 3950565 h 4270358"/>
              <a:gd name="connsiteX50" fmla="*/ 2679435 w 3898347"/>
              <a:gd name="connsiteY50" fmla="*/ 3949768 h 4270358"/>
              <a:gd name="connsiteX51" fmla="*/ 2667352 w 3898347"/>
              <a:gd name="connsiteY51" fmla="*/ 3942821 h 4270358"/>
              <a:gd name="connsiteX52" fmla="*/ 2657096 w 3898347"/>
              <a:gd name="connsiteY52" fmla="*/ 3953571 h 4270358"/>
              <a:gd name="connsiteX53" fmla="*/ 2655161 w 3898347"/>
              <a:gd name="connsiteY53" fmla="*/ 3962216 h 4270358"/>
              <a:gd name="connsiteX54" fmla="*/ 2638604 w 3898347"/>
              <a:gd name="connsiteY54" fmla="*/ 3955936 h 4270358"/>
              <a:gd name="connsiteX55" fmla="*/ 2626185 w 3898347"/>
              <a:gd name="connsiteY55" fmla="*/ 3962937 h 4270358"/>
              <a:gd name="connsiteX56" fmla="*/ 2614077 w 3898347"/>
              <a:gd name="connsiteY56" fmla="*/ 3955576 h 4270358"/>
              <a:gd name="connsiteX57" fmla="*/ 2609403 w 3898347"/>
              <a:gd name="connsiteY57" fmla="*/ 3956215 h 4270358"/>
              <a:gd name="connsiteX58" fmla="*/ 2597896 w 3898347"/>
              <a:gd name="connsiteY58" fmla="*/ 3958939 h 4270358"/>
              <a:gd name="connsiteX59" fmla="*/ 2578251 w 3898347"/>
              <a:gd name="connsiteY59" fmla="*/ 3965812 h 4270358"/>
              <a:gd name="connsiteX60" fmla="*/ 2571961 w 3898347"/>
              <a:gd name="connsiteY60" fmla="*/ 3966278 h 4270358"/>
              <a:gd name="connsiteX61" fmla="*/ 2559399 w 3898347"/>
              <a:gd name="connsiteY61" fmla="*/ 3979193 h 4270358"/>
              <a:gd name="connsiteX62" fmla="*/ 2533560 w 3898347"/>
              <a:gd name="connsiteY62" fmla="*/ 3988160 h 4270358"/>
              <a:gd name="connsiteX63" fmla="*/ 2515299 w 3898347"/>
              <a:gd name="connsiteY63" fmla="*/ 4016867 h 4270358"/>
              <a:gd name="connsiteX64" fmla="*/ 2513423 w 3898347"/>
              <a:gd name="connsiteY64" fmla="*/ 4018759 h 4270358"/>
              <a:gd name="connsiteX65" fmla="*/ 2482991 w 3898347"/>
              <a:gd name="connsiteY65" fmla="*/ 4012935 h 4270358"/>
              <a:gd name="connsiteX66" fmla="*/ 2446940 w 3898347"/>
              <a:gd name="connsiteY66" fmla="*/ 4021172 h 4270358"/>
              <a:gd name="connsiteX67" fmla="*/ 2404883 w 3898347"/>
              <a:gd name="connsiteY67" fmla="*/ 4024808 h 4270358"/>
              <a:gd name="connsiteX68" fmla="*/ 2373894 w 3898347"/>
              <a:gd name="connsiteY68" fmla="*/ 4023827 h 4270358"/>
              <a:gd name="connsiteX69" fmla="*/ 2297080 w 3898347"/>
              <a:gd name="connsiteY69" fmla="*/ 4040841 h 4270358"/>
              <a:gd name="connsiteX70" fmla="*/ 2170615 w 3898347"/>
              <a:gd name="connsiteY70" fmla="*/ 4077196 h 4270358"/>
              <a:gd name="connsiteX71" fmla="*/ 2143580 w 3898347"/>
              <a:gd name="connsiteY71" fmla="*/ 4083102 h 4270358"/>
              <a:gd name="connsiteX72" fmla="*/ 2119893 w 3898347"/>
              <a:gd name="connsiteY72" fmla="*/ 4080874 h 4270358"/>
              <a:gd name="connsiteX73" fmla="*/ 2114008 w 3898347"/>
              <a:gd name="connsiteY73" fmla="*/ 4073996 h 4270358"/>
              <a:gd name="connsiteX74" fmla="*/ 2099067 w 3898347"/>
              <a:gd name="connsiteY74" fmla="*/ 4076068 h 4270358"/>
              <a:gd name="connsiteX75" fmla="*/ 2095000 w 3898347"/>
              <a:gd name="connsiteY75" fmla="*/ 4075096 h 4270358"/>
              <a:gd name="connsiteX76" fmla="*/ 2071767 w 3898347"/>
              <a:gd name="connsiteY76" fmla="*/ 4071044 h 4270358"/>
              <a:gd name="connsiteX77" fmla="*/ 2024486 w 3898347"/>
              <a:gd name="connsiteY77" fmla="*/ 4100276 h 4270358"/>
              <a:gd name="connsiteX78" fmla="*/ 1964411 w 3898347"/>
              <a:gd name="connsiteY78" fmla="*/ 4105069 h 4270358"/>
              <a:gd name="connsiteX79" fmla="*/ 1739945 w 3898347"/>
              <a:gd name="connsiteY79" fmla="*/ 4171795 h 4270358"/>
              <a:gd name="connsiteX80" fmla="*/ 1610556 w 3898347"/>
              <a:gd name="connsiteY80" fmla="*/ 4167701 h 4270358"/>
              <a:gd name="connsiteX81" fmla="*/ 1553623 w 3898347"/>
              <a:gd name="connsiteY81" fmla="*/ 4236045 h 4270358"/>
              <a:gd name="connsiteX82" fmla="*/ 1548640 w 3898347"/>
              <a:gd name="connsiteY82" fmla="*/ 4238297 h 4270358"/>
              <a:gd name="connsiteX83" fmla="*/ 1530136 w 3898347"/>
              <a:gd name="connsiteY83" fmla="*/ 4227121 h 4270358"/>
              <a:gd name="connsiteX84" fmla="*/ 1508787 w 3898347"/>
              <a:gd name="connsiteY84" fmla="*/ 4234213 h 4270358"/>
              <a:gd name="connsiteX85" fmla="*/ 1488914 w 3898347"/>
              <a:gd name="connsiteY85" fmla="*/ 4241772 h 4270358"/>
              <a:gd name="connsiteX86" fmla="*/ 1488999 w 3898347"/>
              <a:gd name="connsiteY86" fmla="*/ 4251186 h 4270358"/>
              <a:gd name="connsiteX87" fmla="*/ 1475364 w 3898347"/>
              <a:gd name="connsiteY87" fmla="*/ 4248364 h 4270358"/>
              <a:gd name="connsiteX88" fmla="*/ 1457275 w 3898347"/>
              <a:gd name="connsiteY88" fmla="*/ 4252863 h 4270358"/>
              <a:gd name="connsiteX89" fmla="*/ 1448085 w 3898347"/>
              <a:gd name="connsiteY89" fmla="*/ 4248391 h 4270358"/>
              <a:gd name="connsiteX90" fmla="*/ 1315306 w 3898347"/>
              <a:gd name="connsiteY90" fmla="*/ 4237004 h 4270358"/>
              <a:gd name="connsiteX91" fmla="*/ 1272434 w 3898347"/>
              <a:gd name="connsiteY91" fmla="*/ 4244958 h 4270358"/>
              <a:gd name="connsiteX92" fmla="*/ 1231567 w 3898347"/>
              <a:gd name="connsiteY92" fmla="*/ 4219356 h 4270358"/>
              <a:gd name="connsiteX93" fmla="*/ 1216643 w 3898347"/>
              <a:gd name="connsiteY93" fmla="*/ 4229828 h 4270358"/>
              <a:gd name="connsiteX94" fmla="*/ 1214101 w 3898347"/>
              <a:gd name="connsiteY94" fmla="*/ 4231991 h 4270358"/>
              <a:gd name="connsiteX95" fmla="*/ 1203193 w 3898347"/>
              <a:gd name="connsiteY95" fmla="*/ 4232867 h 4270358"/>
              <a:gd name="connsiteX96" fmla="*/ 1201049 w 3898347"/>
              <a:gd name="connsiteY96" fmla="*/ 4242842 h 4270358"/>
              <a:gd name="connsiteX97" fmla="*/ 1185298 w 3898347"/>
              <a:gd name="connsiteY97" fmla="*/ 4251133 h 4270358"/>
              <a:gd name="connsiteX98" fmla="*/ 1164955 w 3898347"/>
              <a:gd name="connsiteY98" fmla="*/ 4250027 h 4270358"/>
              <a:gd name="connsiteX99" fmla="*/ 1067357 w 3898347"/>
              <a:gd name="connsiteY99" fmla="*/ 4233908 h 4270358"/>
              <a:gd name="connsiteX100" fmla="*/ 1009492 w 3898347"/>
              <a:gd name="connsiteY100" fmla="*/ 4230455 h 4270358"/>
              <a:gd name="connsiteX101" fmla="*/ 988345 w 3898347"/>
              <a:gd name="connsiteY101" fmla="*/ 4238880 h 4270358"/>
              <a:gd name="connsiteX102" fmla="*/ 958251 w 3898347"/>
              <a:gd name="connsiteY102" fmla="*/ 4244100 h 4270358"/>
              <a:gd name="connsiteX103" fmla="*/ 905785 w 3898347"/>
              <a:gd name="connsiteY103" fmla="*/ 4260845 h 4270358"/>
              <a:gd name="connsiteX104" fmla="*/ 834176 w 3898347"/>
              <a:gd name="connsiteY104" fmla="*/ 4270241 h 4270358"/>
              <a:gd name="connsiteX105" fmla="*/ 778474 w 3898347"/>
              <a:gd name="connsiteY105" fmla="*/ 4235526 h 4270358"/>
              <a:gd name="connsiteX106" fmla="*/ 774418 w 3898347"/>
              <a:gd name="connsiteY106" fmla="*/ 4242583 h 4270358"/>
              <a:gd name="connsiteX107" fmla="*/ 737705 w 3898347"/>
              <a:gd name="connsiteY107" fmla="*/ 4238891 h 4270358"/>
              <a:gd name="connsiteX108" fmla="*/ 627717 w 3898347"/>
              <a:gd name="connsiteY108" fmla="*/ 4207629 h 4270358"/>
              <a:gd name="connsiteX109" fmla="*/ 533391 w 3898347"/>
              <a:gd name="connsiteY109" fmla="*/ 4170035 h 4270358"/>
              <a:gd name="connsiteX110" fmla="*/ 508621 w 3898347"/>
              <a:gd name="connsiteY110" fmla="*/ 4176044 h 4270358"/>
              <a:gd name="connsiteX111" fmla="*/ 467082 w 3898347"/>
              <a:gd name="connsiteY111" fmla="*/ 4185616 h 4270358"/>
              <a:gd name="connsiteX112" fmla="*/ 437646 w 3898347"/>
              <a:gd name="connsiteY112" fmla="*/ 4212658 h 4270358"/>
              <a:gd name="connsiteX113" fmla="*/ 402271 w 3898347"/>
              <a:gd name="connsiteY113" fmla="*/ 4212774 h 4270358"/>
              <a:gd name="connsiteX114" fmla="*/ 391968 w 3898347"/>
              <a:gd name="connsiteY114" fmla="*/ 4187073 h 4270358"/>
              <a:gd name="connsiteX115" fmla="*/ 354806 w 3898347"/>
              <a:gd name="connsiteY115" fmla="*/ 4195545 h 4270358"/>
              <a:gd name="connsiteX116" fmla="*/ 298662 w 3898347"/>
              <a:gd name="connsiteY116" fmla="*/ 4211227 h 4270358"/>
              <a:gd name="connsiteX117" fmla="*/ 265740 w 3898347"/>
              <a:gd name="connsiteY117" fmla="*/ 4213623 h 4270358"/>
              <a:gd name="connsiteX118" fmla="*/ 176403 w 3898347"/>
              <a:gd name="connsiteY118" fmla="*/ 4227393 h 4270358"/>
              <a:gd name="connsiteX119" fmla="*/ 82528 w 3898347"/>
              <a:gd name="connsiteY119" fmla="*/ 4243774 h 4270358"/>
              <a:gd name="connsiteX120" fmla="*/ 19464 w 3898347"/>
              <a:gd name="connsiteY120" fmla="*/ 4256103 h 4270358"/>
              <a:gd name="connsiteX121" fmla="*/ 0 w 3898347"/>
              <a:gd name="connsiteY121" fmla="*/ 4221939 h 4270358"/>
              <a:gd name="connsiteX122" fmla="*/ 0 w 3898347"/>
              <a:gd name="connsiteY122" fmla="*/ 15850 h 4270358"/>
              <a:gd name="connsiteX123" fmla="*/ 3898347 w 3898347"/>
              <a:gd name="connsiteY123" fmla="*/ 0 h 4270358"/>
              <a:gd name="connsiteX0" fmla="*/ 3898347 w 3898347"/>
              <a:gd name="connsiteY0" fmla="*/ 0 h 4270358"/>
              <a:gd name="connsiteX1" fmla="*/ 3898347 w 3898347"/>
              <a:gd name="connsiteY1" fmla="*/ 3834445 h 4270358"/>
              <a:gd name="connsiteX2" fmla="*/ 3892314 w 3898347"/>
              <a:gd name="connsiteY2" fmla="*/ 3832951 h 4270358"/>
              <a:gd name="connsiteX3" fmla="*/ 3851953 w 3898347"/>
              <a:gd name="connsiteY3" fmla="*/ 3802983 h 4270358"/>
              <a:gd name="connsiteX4" fmla="*/ 3836418 w 3898347"/>
              <a:gd name="connsiteY4" fmla="*/ 3811513 h 4270358"/>
              <a:gd name="connsiteX5" fmla="*/ 3833758 w 3898347"/>
              <a:gd name="connsiteY5" fmla="*/ 3813341 h 4270358"/>
              <a:gd name="connsiteX6" fmla="*/ 3822673 w 3898347"/>
              <a:gd name="connsiteY6" fmla="*/ 3812913 h 4270358"/>
              <a:gd name="connsiteX7" fmla="*/ 3820104 w 3898347"/>
              <a:gd name="connsiteY7" fmla="*/ 3822466 h 4270358"/>
              <a:gd name="connsiteX8" fmla="*/ 3803816 w 3898347"/>
              <a:gd name="connsiteY8" fmla="*/ 3828757 h 4270358"/>
              <a:gd name="connsiteX9" fmla="*/ 3729936 w 3898347"/>
              <a:gd name="connsiteY9" fmla="*/ 3815386 h 4270358"/>
              <a:gd name="connsiteX10" fmla="*/ 3726018 w 3898347"/>
              <a:gd name="connsiteY10" fmla="*/ 3815100 h 4270358"/>
              <a:gd name="connsiteX11" fmla="*/ 3725413 w 3898347"/>
              <a:gd name="connsiteY11" fmla="*/ 3814615 h 4270358"/>
              <a:gd name="connsiteX12" fmla="*/ 3713801 w 3898347"/>
              <a:gd name="connsiteY12" fmla="*/ 3811018 h 4270358"/>
              <a:gd name="connsiteX13" fmla="*/ 3709087 w 3898347"/>
              <a:gd name="connsiteY13" fmla="*/ 3813195 h 4270358"/>
              <a:gd name="connsiteX14" fmla="*/ 3698038 w 3898347"/>
              <a:gd name="connsiteY14" fmla="*/ 3806182 h 4270358"/>
              <a:gd name="connsiteX15" fmla="*/ 3662227 w 3898347"/>
              <a:gd name="connsiteY15" fmla="*/ 3807761 h 4270358"/>
              <a:gd name="connsiteX16" fmla="*/ 3659872 w 3898347"/>
              <a:gd name="connsiteY16" fmla="*/ 3805524 h 4270358"/>
              <a:gd name="connsiteX17" fmla="*/ 3643454 w 3898347"/>
              <a:gd name="connsiteY17" fmla="*/ 3794831 h 4270358"/>
              <a:gd name="connsiteX18" fmla="*/ 3624789 w 3898347"/>
              <a:gd name="connsiteY18" fmla="*/ 3803185 h 4270358"/>
              <a:gd name="connsiteX19" fmla="*/ 3602327 w 3898347"/>
              <a:gd name="connsiteY19" fmla="*/ 3794616 h 4270358"/>
              <a:gd name="connsiteX20" fmla="*/ 3596645 w 3898347"/>
              <a:gd name="connsiteY20" fmla="*/ 3797108 h 4270358"/>
              <a:gd name="connsiteX21" fmla="*/ 3574144 w 3898347"/>
              <a:gd name="connsiteY21" fmla="*/ 3795108 h 4270358"/>
              <a:gd name="connsiteX22" fmla="*/ 3562310 w 3898347"/>
              <a:gd name="connsiteY22" fmla="*/ 3787534 h 4270358"/>
              <a:gd name="connsiteX23" fmla="*/ 3551635 w 3898347"/>
              <a:gd name="connsiteY23" fmla="*/ 3797705 h 4270358"/>
              <a:gd name="connsiteX24" fmla="*/ 3542668 w 3898347"/>
              <a:gd name="connsiteY24" fmla="*/ 3803283 h 4270358"/>
              <a:gd name="connsiteX25" fmla="*/ 3533033 w 3898347"/>
              <a:gd name="connsiteY25" fmla="*/ 3799071 h 4270358"/>
              <a:gd name="connsiteX26" fmla="*/ 3521726 w 3898347"/>
              <a:gd name="connsiteY26" fmla="*/ 3804691 h 4270358"/>
              <a:gd name="connsiteX27" fmla="*/ 3520080 w 3898347"/>
              <a:gd name="connsiteY27" fmla="*/ 3805210 h 4270358"/>
              <a:gd name="connsiteX28" fmla="*/ 3508491 w 3898347"/>
              <a:gd name="connsiteY28" fmla="*/ 3797398 h 4270358"/>
              <a:gd name="connsiteX29" fmla="*/ 3503787 w 3898347"/>
              <a:gd name="connsiteY29" fmla="*/ 3797787 h 4270358"/>
              <a:gd name="connsiteX30" fmla="*/ 3492165 w 3898347"/>
              <a:gd name="connsiteY30" fmla="*/ 3799887 h 4270358"/>
              <a:gd name="connsiteX31" fmla="*/ 3472233 w 3898347"/>
              <a:gd name="connsiteY31" fmla="*/ 3805682 h 4270358"/>
              <a:gd name="connsiteX32" fmla="*/ 3465921 w 3898347"/>
              <a:gd name="connsiteY32" fmla="*/ 3805814 h 4270358"/>
              <a:gd name="connsiteX33" fmla="*/ 3455541 w 3898347"/>
              <a:gd name="connsiteY33" fmla="*/ 3815505 h 4270358"/>
              <a:gd name="connsiteX34" fmla="*/ 3429027 w 3898347"/>
              <a:gd name="connsiteY34" fmla="*/ 3816906 h 4270358"/>
              <a:gd name="connsiteX35" fmla="*/ 3369507 w 3898347"/>
              <a:gd name="connsiteY35" fmla="*/ 3825563 h 4270358"/>
              <a:gd name="connsiteX36" fmla="*/ 3324491 w 3898347"/>
              <a:gd name="connsiteY36" fmla="*/ 3832006 h 4270358"/>
              <a:gd name="connsiteX37" fmla="*/ 3244235 w 3898347"/>
              <a:gd name="connsiteY37" fmla="*/ 3834376 h 4270358"/>
              <a:gd name="connsiteX38" fmla="*/ 3226507 w 3898347"/>
              <a:gd name="connsiteY38" fmla="*/ 3820131 h 4270358"/>
              <a:gd name="connsiteX39" fmla="*/ 3191688 w 3898347"/>
              <a:gd name="connsiteY39" fmla="*/ 3837359 h 4270358"/>
              <a:gd name="connsiteX40" fmla="*/ 3153779 w 3898347"/>
              <a:gd name="connsiteY40" fmla="*/ 3848439 h 4270358"/>
              <a:gd name="connsiteX41" fmla="*/ 3090188 w 3898347"/>
              <a:gd name="connsiteY41" fmla="*/ 3855036 h 4270358"/>
              <a:gd name="connsiteX42" fmla="*/ 3031422 w 3898347"/>
              <a:gd name="connsiteY42" fmla="*/ 3858298 h 4270358"/>
              <a:gd name="connsiteX43" fmla="*/ 2996288 w 3898347"/>
              <a:gd name="connsiteY43" fmla="*/ 3860020 h 4270358"/>
              <a:gd name="connsiteX44" fmla="*/ 2901661 w 3898347"/>
              <a:gd name="connsiteY44" fmla="*/ 3882243 h 4270358"/>
              <a:gd name="connsiteX45" fmla="*/ 2782141 w 3898347"/>
              <a:gd name="connsiteY45" fmla="*/ 3932983 h 4270358"/>
              <a:gd name="connsiteX46" fmla="*/ 2749597 w 3898347"/>
              <a:gd name="connsiteY46" fmla="*/ 3956746 h 4270358"/>
              <a:gd name="connsiteX47" fmla="*/ 2730493 w 3898347"/>
              <a:gd name="connsiteY47" fmla="*/ 3955236 h 4270358"/>
              <a:gd name="connsiteX48" fmla="*/ 2707507 w 3898347"/>
              <a:gd name="connsiteY48" fmla="*/ 3947771 h 4270358"/>
              <a:gd name="connsiteX49" fmla="*/ 2701937 w 3898347"/>
              <a:gd name="connsiteY49" fmla="*/ 3950565 h 4270358"/>
              <a:gd name="connsiteX50" fmla="*/ 2679435 w 3898347"/>
              <a:gd name="connsiteY50" fmla="*/ 3949768 h 4270358"/>
              <a:gd name="connsiteX51" fmla="*/ 2667352 w 3898347"/>
              <a:gd name="connsiteY51" fmla="*/ 3942821 h 4270358"/>
              <a:gd name="connsiteX52" fmla="*/ 2657096 w 3898347"/>
              <a:gd name="connsiteY52" fmla="*/ 3953571 h 4270358"/>
              <a:gd name="connsiteX53" fmla="*/ 2655161 w 3898347"/>
              <a:gd name="connsiteY53" fmla="*/ 3962216 h 4270358"/>
              <a:gd name="connsiteX54" fmla="*/ 2638604 w 3898347"/>
              <a:gd name="connsiteY54" fmla="*/ 3955936 h 4270358"/>
              <a:gd name="connsiteX55" fmla="*/ 2626185 w 3898347"/>
              <a:gd name="connsiteY55" fmla="*/ 3962937 h 4270358"/>
              <a:gd name="connsiteX56" fmla="*/ 2614077 w 3898347"/>
              <a:gd name="connsiteY56" fmla="*/ 3955576 h 4270358"/>
              <a:gd name="connsiteX57" fmla="*/ 2609403 w 3898347"/>
              <a:gd name="connsiteY57" fmla="*/ 3956215 h 4270358"/>
              <a:gd name="connsiteX58" fmla="*/ 2597896 w 3898347"/>
              <a:gd name="connsiteY58" fmla="*/ 3958939 h 4270358"/>
              <a:gd name="connsiteX59" fmla="*/ 2578251 w 3898347"/>
              <a:gd name="connsiteY59" fmla="*/ 3965812 h 4270358"/>
              <a:gd name="connsiteX60" fmla="*/ 2571961 w 3898347"/>
              <a:gd name="connsiteY60" fmla="*/ 3966278 h 4270358"/>
              <a:gd name="connsiteX61" fmla="*/ 2559399 w 3898347"/>
              <a:gd name="connsiteY61" fmla="*/ 3979193 h 4270358"/>
              <a:gd name="connsiteX62" fmla="*/ 2533560 w 3898347"/>
              <a:gd name="connsiteY62" fmla="*/ 3988160 h 4270358"/>
              <a:gd name="connsiteX63" fmla="*/ 2515299 w 3898347"/>
              <a:gd name="connsiteY63" fmla="*/ 4016867 h 4270358"/>
              <a:gd name="connsiteX64" fmla="*/ 2513423 w 3898347"/>
              <a:gd name="connsiteY64" fmla="*/ 4018759 h 4270358"/>
              <a:gd name="connsiteX65" fmla="*/ 2482991 w 3898347"/>
              <a:gd name="connsiteY65" fmla="*/ 4012935 h 4270358"/>
              <a:gd name="connsiteX66" fmla="*/ 2446940 w 3898347"/>
              <a:gd name="connsiteY66" fmla="*/ 4021172 h 4270358"/>
              <a:gd name="connsiteX67" fmla="*/ 2404883 w 3898347"/>
              <a:gd name="connsiteY67" fmla="*/ 4024808 h 4270358"/>
              <a:gd name="connsiteX68" fmla="*/ 2373894 w 3898347"/>
              <a:gd name="connsiteY68" fmla="*/ 4023827 h 4270358"/>
              <a:gd name="connsiteX69" fmla="*/ 2297080 w 3898347"/>
              <a:gd name="connsiteY69" fmla="*/ 4040841 h 4270358"/>
              <a:gd name="connsiteX70" fmla="*/ 2170615 w 3898347"/>
              <a:gd name="connsiteY70" fmla="*/ 4077196 h 4270358"/>
              <a:gd name="connsiteX71" fmla="*/ 2143580 w 3898347"/>
              <a:gd name="connsiteY71" fmla="*/ 4083102 h 4270358"/>
              <a:gd name="connsiteX72" fmla="*/ 2119893 w 3898347"/>
              <a:gd name="connsiteY72" fmla="*/ 4080874 h 4270358"/>
              <a:gd name="connsiteX73" fmla="*/ 2114008 w 3898347"/>
              <a:gd name="connsiteY73" fmla="*/ 4073996 h 4270358"/>
              <a:gd name="connsiteX74" fmla="*/ 2099067 w 3898347"/>
              <a:gd name="connsiteY74" fmla="*/ 4076068 h 4270358"/>
              <a:gd name="connsiteX75" fmla="*/ 2095000 w 3898347"/>
              <a:gd name="connsiteY75" fmla="*/ 4075096 h 4270358"/>
              <a:gd name="connsiteX76" fmla="*/ 2071767 w 3898347"/>
              <a:gd name="connsiteY76" fmla="*/ 4071044 h 4270358"/>
              <a:gd name="connsiteX77" fmla="*/ 2024486 w 3898347"/>
              <a:gd name="connsiteY77" fmla="*/ 4100276 h 4270358"/>
              <a:gd name="connsiteX78" fmla="*/ 1964411 w 3898347"/>
              <a:gd name="connsiteY78" fmla="*/ 4105069 h 4270358"/>
              <a:gd name="connsiteX79" fmla="*/ 1739945 w 3898347"/>
              <a:gd name="connsiteY79" fmla="*/ 4171795 h 4270358"/>
              <a:gd name="connsiteX80" fmla="*/ 1610556 w 3898347"/>
              <a:gd name="connsiteY80" fmla="*/ 4167701 h 4270358"/>
              <a:gd name="connsiteX81" fmla="*/ 1553623 w 3898347"/>
              <a:gd name="connsiteY81" fmla="*/ 4236045 h 4270358"/>
              <a:gd name="connsiteX82" fmla="*/ 1548640 w 3898347"/>
              <a:gd name="connsiteY82" fmla="*/ 4238297 h 4270358"/>
              <a:gd name="connsiteX83" fmla="*/ 1530136 w 3898347"/>
              <a:gd name="connsiteY83" fmla="*/ 4227121 h 4270358"/>
              <a:gd name="connsiteX84" fmla="*/ 1508787 w 3898347"/>
              <a:gd name="connsiteY84" fmla="*/ 4234213 h 4270358"/>
              <a:gd name="connsiteX85" fmla="*/ 1488914 w 3898347"/>
              <a:gd name="connsiteY85" fmla="*/ 4241772 h 4270358"/>
              <a:gd name="connsiteX86" fmla="*/ 1488999 w 3898347"/>
              <a:gd name="connsiteY86" fmla="*/ 4251186 h 4270358"/>
              <a:gd name="connsiteX87" fmla="*/ 1475364 w 3898347"/>
              <a:gd name="connsiteY87" fmla="*/ 4248364 h 4270358"/>
              <a:gd name="connsiteX88" fmla="*/ 1457275 w 3898347"/>
              <a:gd name="connsiteY88" fmla="*/ 4252863 h 4270358"/>
              <a:gd name="connsiteX89" fmla="*/ 1448085 w 3898347"/>
              <a:gd name="connsiteY89" fmla="*/ 4248391 h 4270358"/>
              <a:gd name="connsiteX90" fmla="*/ 1315306 w 3898347"/>
              <a:gd name="connsiteY90" fmla="*/ 4237004 h 4270358"/>
              <a:gd name="connsiteX91" fmla="*/ 1272434 w 3898347"/>
              <a:gd name="connsiteY91" fmla="*/ 4244958 h 4270358"/>
              <a:gd name="connsiteX92" fmla="*/ 1231567 w 3898347"/>
              <a:gd name="connsiteY92" fmla="*/ 4219356 h 4270358"/>
              <a:gd name="connsiteX93" fmla="*/ 1216643 w 3898347"/>
              <a:gd name="connsiteY93" fmla="*/ 4229828 h 4270358"/>
              <a:gd name="connsiteX94" fmla="*/ 1214101 w 3898347"/>
              <a:gd name="connsiteY94" fmla="*/ 4231991 h 4270358"/>
              <a:gd name="connsiteX95" fmla="*/ 1203193 w 3898347"/>
              <a:gd name="connsiteY95" fmla="*/ 4232867 h 4270358"/>
              <a:gd name="connsiteX96" fmla="*/ 1201049 w 3898347"/>
              <a:gd name="connsiteY96" fmla="*/ 4242842 h 4270358"/>
              <a:gd name="connsiteX97" fmla="*/ 1185298 w 3898347"/>
              <a:gd name="connsiteY97" fmla="*/ 4251133 h 4270358"/>
              <a:gd name="connsiteX98" fmla="*/ 1164955 w 3898347"/>
              <a:gd name="connsiteY98" fmla="*/ 4250027 h 4270358"/>
              <a:gd name="connsiteX99" fmla="*/ 1067357 w 3898347"/>
              <a:gd name="connsiteY99" fmla="*/ 4233908 h 4270358"/>
              <a:gd name="connsiteX100" fmla="*/ 1009492 w 3898347"/>
              <a:gd name="connsiteY100" fmla="*/ 4230455 h 4270358"/>
              <a:gd name="connsiteX101" fmla="*/ 988345 w 3898347"/>
              <a:gd name="connsiteY101" fmla="*/ 4238880 h 4270358"/>
              <a:gd name="connsiteX102" fmla="*/ 958251 w 3898347"/>
              <a:gd name="connsiteY102" fmla="*/ 4244100 h 4270358"/>
              <a:gd name="connsiteX103" fmla="*/ 905785 w 3898347"/>
              <a:gd name="connsiteY103" fmla="*/ 4260845 h 4270358"/>
              <a:gd name="connsiteX104" fmla="*/ 834176 w 3898347"/>
              <a:gd name="connsiteY104" fmla="*/ 4270241 h 4270358"/>
              <a:gd name="connsiteX105" fmla="*/ 778474 w 3898347"/>
              <a:gd name="connsiteY105" fmla="*/ 4235526 h 4270358"/>
              <a:gd name="connsiteX106" fmla="*/ 774418 w 3898347"/>
              <a:gd name="connsiteY106" fmla="*/ 4242583 h 4270358"/>
              <a:gd name="connsiteX107" fmla="*/ 737705 w 3898347"/>
              <a:gd name="connsiteY107" fmla="*/ 4238891 h 4270358"/>
              <a:gd name="connsiteX108" fmla="*/ 627717 w 3898347"/>
              <a:gd name="connsiteY108" fmla="*/ 4207629 h 4270358"/>
              <a:gd name="connsiteX109" fmla="*/ 533391 w 3898347"/>
              <a:gd name="connsiteY109" fmla="*/ 4170035 h 4270358"/>
              <a:gd name="connsiteX110" fmla="*/ 508621 w 3898347"/>
              <a:gd name="connsiteY110" fmla="*/ 4176044 h 4270358"/>
              <a:gd name="connsiteX111" fmla="*/ 467082 w 3898347"/>
              <a:gd name="connsiteY111" fmla="*/ 4185616 h 4270358"/>
              <a:gd name="connsiteX112" fmla="*/ 437646 w 3898347"/>
              <a:gd name="connsiteY112" fmla="*/ 4212658 h 4270358"/>
              <a:gd name="connsiteX113" fmla="*/ 402271 w 3898347"/>
              <a:gd name="connsiteY113" fmla="*/ 4212774 h 4270358"/>
              <a:gd name="connsiteX114" fmla="*/ 391968 w 3898347"/>
              <a:gd name="connsiteY114" fmla="*/ 4187073 h 4270358"/>
              <a:gd name="connsiteX115" fmla="*/ 354806 w 3898347"/>
              <a:gd name="connsiteY115" fmla="*/ 4195545 h 4270358"/>
              <a:gd name="connsiteX116" fmla="*/ 298662 w 3898347"/>
              <a:gd name="connsiteY116" fmla="*/ 4211227 h 4270358"/>
              <a:gd name="connsiteX117" fmla="*/ 265740 w 3898347"/>
              <a:gd name="connsiteY117" fmla="*/ 4213623 h 4270358"/>
              <a:gd name="connsiteX118" fmla="*/ 176403 w 3898347"/>
              <a:gd name="connsiteY118" fmla="*/ 4227393 h 4270358"/>
              <a:gd name="connsiteX119" fmla="*/ 82528 w 3898347"/>
              <a:gd name="connsiteY119" fmla="*/ 4243774 h 4270358"/>
              <a:gd name="connsiteX120" fmla="*/ 19464 w 3898347"/>
              <a:gd name="connsiteY120" fmla="*/ 4256103 h 4270358"/>
              <a:gd name="connsiteX121" fmla="*/ 0 w 3898347"/>
              <a:gd name="connsiteY121" fmla="*/ 4221939 h 4270358"/>
              <a:gd name="connsiteX122" fmla="*/ 0 w 3898347"/>
              <a:gd name="connsiteY122" fmla="*/ 15850 h 4270358"/>
              <a:gd name="connsiteX123" fmla="*/ 3898347 w 3898347"/>
              <a:gd name="connsiteY123" fmla="*/ 0 h 4270358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33391 w 3898347"/>
              <a:gd name="connsiteY109" fmla="*/ 4170035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54806 w 3898347"/>
              <a:gd name="connsiteY115" fmla="*/ 4195545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54806 w 3898347"/>
              <a:gd name="connsiteY115" fmla="*/ 4195545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10556 w 3898347"/>
              <a:gd name="connsiteY80" fmla="*/ 4167701 h 4260845"/>
              <a:gd name="connsiteX81" fmla="*/ 1553623 w 3898347"/>
              <a:gd name="connsiteY81" fmla="*/ 4236045 h 4260845"/>
              <a:gd name="connsiteX82" fmla="*/ 1548640 w 3898347"/>
              <a:gd name="connsiteY82" fmla="*/ 4238297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10556 w 3898347"/>
              <a:gd name="connsiteY80" fmla="*/ 4167701 h 4291255"/>
              <a:gd name="connsiteX81" fmla="*/ 1553623 w 3898347"/>
              <a:gd name="connsiteY81" fmla="*/ 4236045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10556 w 3898347"/>
              <a:gd name="connsiteY80" fmla="*/ 4167701 h 4291255"/>
              <a:gd name="connsiteX81" fmla="*/ 1564215 w 3898347"/>
              <a:gd name="connsiteY81" fmla="*/ 4190149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91255"/>
              <a:gd name="connsiteX1" fmla="*/ 3898347 w 3898347"/>
              <a:gd name="connsiteY1" fmla="*/ 3834445 h 4291255"/>
              <a:gd name="connsiteX2" fmla="*/ 3892314 w 3898347"/>
              <a:gd name="connsiteY2" fmla="*/ 3832951 h 4291255"/>
              <a:gd name="connsiteX3" fmla="*/ 3851953 w 3898347"/>
              <a:gd name="connsiteY3" fmla="*/ 3802983 h 4291255"/>
              <a:gd name="connsiteX4" fmla="*/ 3836418 w 3898347"/>
              <a:gd name="connsiteY4" fmla="*/ 3811513 h 4291255"/>
              <a:gd name="connsiteX5" fmla="*/ 3833758 w 3898347"/>
              <a:gd name="connsiteY5" fmla="*/ 3813341 h 4291255"/>
              <a:gd name="connsiteX6" fmla="*/ 3822673 w 3898347"/>
              <a:gd name="connsiteY6" fmla="*/ 3812913 h 4291255"/>
              <a:gd name="connsiteX7" fmla="*/ 3820104 w 3898347"/>
              <a:gd name="connsiteY7" fmla="*/ 3822466 h 4291255"/>
              <a:gd name="connsiteX8" fmla="*/ 3803816 w 3898347"/>
              <a:gd name="connsiteY8" fmla="*/ 3828757 h 4291255"/>
              <a:gd name="connsiteX9" fmla="*/ 3729936 w 3898347"/>
              <a:gd name="connsiteY9" fmla="*/ 3815386 h 4291255"/>
              <a:gd name="connsiteX10" fmla="*/ 3726018 w 3898347"/>
              <a:gd name="connsiteY10" fmla="*/ 3815100 h 4291255"/>
              <a:gd name="connsiteX11" fmla="*/ 3725413 w 3898347"/>
              <a:gd name="connsiteY11" fmla="*/ 3814615 h 4291255"/>
              <a:gd name="connsiteX12" fmla="*/ 3713801 w 3898347"/>
              <a:gd name="connsiteY12" fmla="*/ 3811018 h 4291255"/>
              <a:gd name="connsiteX13" fmla="*/ 3709087 w 3898347"/>
              <a:gd name="connsiteY13" fmla="*/ 3813195 h 4291255"/>
              <a:gd name="connsiteX14" fmla="*/ 3698038 w 3898347"/>
              <a:gd name="connsiteY14" fmla="*/ 3806182 h 4291255"/>
              <a:gd name="connsiteX15" fmla="*/ 3662227 w 3898347"/>
              <a:gd name="connsiteY15" fmla="*/ 3807761 h 4291255"/>
              <a:gd name="connsiteX16" fmla="*/ 3659872 w 3898347"/>
              <a:gd name="connsiteY16" fmla="*/ 3805524 h 4291255"/>
              <a:gd name="connsiteX17" fmla="*/ 3643454 w 3898347"/>
              <a:gd name="connsiteY17" fmla="*/ 3794831 h 4291255"/>
              <a:gd name="connsiteX18" fmla="*/ 3624789 w 3898347"/>
              <a:gd name="connsiteY18" fmla="*/ 3803185 h 4291255"/>
              <a:gd name="connsiteX19" fmla="*/ 3602327 w 3898347"/>
              <a:gd name="connsiteY19" fmla="*/ 3794616 h 4291255"/>
              <a:gd name="connsiteX20" fmla="*/ 3596645 w 3898347"/>
              <a:gd name="connsiteY20" fmla="*/ 3797108 h 4291255"/>
              <a:gd name="connsiteX21" fmla="*/ 3574144 w 3898347"/>
              <a:gd name="connsiteY21" fmla="*/ 3795108 h 4291255"/>
              <a:gd name="connsiteX22" fmla="*/ 3562310 w 3898347"/>
              <a:gd name="connsiteY22" fmla="*/ 3787534 h 4291255"/>
              <a:gd name="connsiteX23" fmla="*/ 3551635 w 3898347"/>
              <a:gd name="connsiteY23" fmla="*/ 3797705 h 4291255"/>
              <a:gd name="connsiteX24" fmla="*/ 3542668 w 3898347"/>
              <a:gd name="connsiteY24" fmla="*/ 3803283 h 4291255"/>
              <a:gd name="connsiteX25" fmla="*/ 3533033 w 3898347"/>
              <a:gd name="connsiteY25" fmla="*/ 3799071 h 4291255"/>
              <a:gd name="connsiteX26" fmla="*/ 3521726 w 3898347"/>
              <a:gd name="connsiteY26" fmla="*/ 3804691 h 4291255"/>
              <a:gd name="connsiteX27" fmla="*/ 3520080 w 3898347"/>
              <a:gd name="connsiteY27" fmla="*/ 3805210 h 4291255"/>
              <a:gd name="connsiteX28" fmla="*/ 3508491 w 3898347"/>
              <a:gd name="connsiteY28" fmla="*/ 3797398 h 4291255"/>
              <a:gd name="connsiteX29" fmla="*/ 3503787 w 3898347"/>
              <a:gd name="connsiteY29" fmla="*/ 3797787 h 4291255"/>
              <a:gd name="connsiteX30" fmla="*/ 3492165 w 3898347"/>
              <a:gd name="connsiteY30" fmla="*/ 3799887 h 4291255"/>
              <a:gd name="connsiteX31" fmla="*/ 3472233 w 3898347"/>
              <a:gd name="connsiteY31" fmla="*/ 3805682 h 4291255"/>
              <a:gd name="connsiteX32" fmla="*/ 3465921 w 3898347"/>
              <a:gd name="connsiteY32" fmla="*/ 3805814 h 4291255"/>
              <a:gd name="connsiteX33" fmla="*/ 3455541 w 3898347"/>
              <a:gd name="connsiteY33" fmla="*/ 3815505 h 4291255"/>
              <a:gd name="connsiteX34" fmla="*/ 3429027 w 3898347"/>
              <a:gd name="connsiteY34" fmla="*/ 3816906 h 4291255"/>
              <a:gd name="connsiteX35" fmla="*/ 3369507 w 3898347"/>
              <a:gd name="connsiteY35" fmla="*/ 3825563 h 4291255"/>
              <a:gd name="connsiteX36" fmla="*/ 3324491 w 3898347"/>
              <a:gd name="connsiteY36" fmla="*/ 3832006 h 4291255"/>
              <a:gd name="connsiteX37" fmla="*/ 3244235 w 3898347"/>
              <a:gd name="connsiteY37" fmla="*/ 3834376 h 4291255"/>
              <a:gd name="connsiteX38" fmla="*/ 3226507 w 3898347"/>
              <a:gd name="connsiteY38" fmla="*/ 3820131 h 4291255"/>
              <a:gd name="connsiteX39" fmla="*/ 3191688 w 3898347"/>
              <a:gd name="connsiteY39" fmla="*/ 3837359 h 4291255"/>
              <a:gd name="connsiteX40" fmla="*/ 3153779 w 3898347"/>
              <a:gd name="connsiteY40" fmla="*/ 3848439 h 4291255"/>
              <a:gd name="connsiteX41" fmla="*/ 3090188 w 3898347"/>
              <a:gd name="connsiteY41" fmla="*/ 3855036 h 4291255"/>
              <a:gd name="connsiteX42" fmla="*/ 3031422 w 3898347"/>
              <a:gd name="connsiteY42" fmla="*/ 3858298 h 4291255"/>
              <a:gd name="connsiteX43" fmla="*/ 2996288 w 3898347"/>
              <a:gd name="connsiteY43" fmla="*/ 3860020 h 4291255"/>
              <a:gd name="connsiteX44" fmla="*/ 2901661 w 3898347"/>
              <a:gd name="connsiteY44" fmla="*/ 3882243 h 4291255"/>
              <a:gd name="connsiteX45" fmla="*/ 2782141 w 3898347"/>
              <a:gd name="connsiteY45" fmla="*/ 3932983 h 4291255"/>
              <a:gd name="connsiteX46" fmla="*/ 2749597 w 3898347"/>
              <a:gd name="connsiteY46" fmla="*/ 3956746 h 4291255"/>
              <a:gd name="connsiteX47" fmla="*/ 2730493 w 3898347"/>
              <a:gd name="connsiteY47" fmla="*/ 3955236 h 4291255"/>
              <a:gd name="connsiteX48" fmla="*/ 2707507 w 3898347"/>
              <a:gd name="connsiteY48" fmla="*/ 3947771 h 4291255"/>
              <a:gd name="connsiteX49" fmla="*/ 2701937 w 3898347"/>
              <a:gd name="connsiteY49" fmla="*/ 3950565 h 4291255"/>
              <a:gd name="connsiteX50" fmla="*/ 2679435 w 3898347"/>
              <a:gd name="connsiteY50" fmla="*/ 3949768 h 4291255"/>
              <a:gd name="connsiteX51" fmla="*/ 2667352 w 3898347"/>
              <a:gd name="connsiteY51" fmla="*/ 3942821 h 4291255"/>
              <a:gd name="connsiteX52" fmla="*/ 2657096 w 3898347"/>
              <a:gd name="connsiteY52" fmla="*/ 3953571 h 4291255"/>
              <a:gd name="connsiteX53" fmla="*/ 2655161 w 3898347"/>
              <a:gd name="connsiteY53" fmla="*/ 3962216 h 4291255"/>
              <a:gd name="connsiteX54" fmla="*/ 2638604 w 3898347"/>
              <a:gd name="connsiteY54" fmla="*/ 3955936 h 4291255"/>
              <a:gd name="connsiteX55" fmla="*/ 2626185 w 3898347"/>
              <a:gd name="connsiteY55" fmla="*/ 3962937 h 4291255"/>
              <a:gd name="connsiteX56" fmla="*/ 2614077 w 3898347"/>
              <a:gd name="connsiteY56" fmla="*/ 3955576 h 4291255"/>
              <a:gd name="connsiteX57" fmla="*/ 2609403 w 3898347"/>
              <a:gd name="connsiteY57" fmla="*/ 3956215 h 4291255"/>
              <a:gd name="connsiteX58" fmla="*/ 2597896 w 3898347"/>
              <a:gd name="connsiteY58" fmla="*/ 3958939 h 4291255"/>
              <a:gd name="connsiteX59" fmla="*/ 2578251 w 3898347"/>
              <a:gd name="connsiteY59" fmla="*/ 3965812 h 4291255"/>
              <a:gd name="connsiteX60" fmla="*/ 2571961 w 3898347"/>
              <a:gd name="connsiteY60" fmla="*/ 3966278 h 4291255"/>
              <a:gd name="connsiteX61" fmla="*/ 2559399 w 3898347"/>
              <a:gd name="connsiteY61" fmla="*/ 3979193 h 4291255"/>
              <a:gd name="connsiteX62" fmla="*/ 2533560 w 3898347"/>
              <a:gd name="connsiteY62" fmla="*/ 3988160 h 4291255"/>
              <a:gd name="connsiteX63" fmla="*/ 2515299 w 3898347"/>
              <a:gd name="connsiteY63" fmla="*/ 4016867 h 4291255"/>
              <a:gd name="connsiteX64" fmla="*/ 2513423 w 3898347"/>
              <a:gd name="connsiteY64" fmla="*/ 4018759 h 4291255"/>
              <a:gd name="connsiteX65" fmla="*/ 2482991 w 3898347"/>
              <a:gd name="connsiteY65" fmla="*/ 4012935 h 4291255"/>
              <a:gd name="connsiteX66" fmla="*/ 2446940 w 3898347"/>
              <a:gd name="connsiteY66" fmla="*/ 4021172 h 4291255"/>
              <a:gd name="connsiteX67" fmla="*/ 2404883 w 3898347"/>
              <a:gd name="connsiteY67" fmla="*/ 4024808 h 4291255"/>
              <a:gd name="connsiteX68" fmla="*/ 2373894 w 3898347"/>
              <a:gd name="connsiteY68" fmla="*/ 4023827 h 4291255"/>
              <a:gd name="connsiteX69" fmla="*/ 2297080 w 3898347"/>
              <a:gd name="connsiteY69" fmla="*/ 4040841 h 4291255"/>
              <a:gd name="connsiteX70" fmla="*/ 2170615 w 3898347"/>
              <a:gd name="connsiteY70" fmla="*/ 4077196 h 4291255"/>
              <a:gd name="connsiteX71" fmla="*/ 2143580 w 3898347"/>
              <a:gd name="connsiteY71" fmla="*/ 4083102 h 4291255"/>
              <a:gd name="connsiteX72" fmla="*/ 2119893 w 3898347"/>
              <a:gd name="connsiteY72" fmla="*/ 4080874 h 4291255"/>
              <a:gd name="connsiteX73" fmla="*/ 2114008 w 3898347"/>
              <a:gd name="connsiteY73" fmla="*/ 4073996 h 4291255"/>
              <a:gd name="connsiteX74" fmla="*/ 2099067 w 3898347"/>
              <a:gd name="connsiteY74" fmla="*/ 4076068 h 4291255"/>
              <a:gd name="connsiteX75" fmla="*/ 2095000 w 3898347"/>
              <a:gd name="connsiteY75" fmla="*/ 4075096 h 4291255"/>
              <a:gd name="connsiteX76" fmla="*/ 2071767 w 3898347"/>
              <a:gd name="connsiteY76" fmla="*/ 4071044 h 4291255"/>
              <a:gd name="connsiteX77" fmla="*/ 2024486 w 3898347"/>
              <a:gd name="connsiteY77" fmla="*/ 4100276 h 4291255"/>
              <a:gd name="connsiteX78" fmla="*/ 1964411 w 3898347"/>
              <a:gd name="connsiteY78" fmla="*/ 4105069 h 4291255"/>
              <a:gd name="connsiteX79" fmla="*/ 1739945 w 3898347"/>
              <a:gd name="connsiteY79" fmla="*/ 4171795 h 4291255"/>
              <a:gd name="connsiteX80" fmla="*/ 1642330 w 3898347"/>
              <a:gd name="connsiteY80" fmla="*/ 4174762 h 4291255"/>
              <a:gd name="connsiteX81" fmla="*/ 1564215 w 3898347"/>
              <a:gd name="connsiteY81" fmla="*/ 4190149 h 4291255"/>
              <a:gd name="connsiteX82" fmla="*/ 1538049 w 3898347"/>
              <a:gd name="connsiteY82" fmla="*/ 4291255 h 4291255"/>
              <a:gd name="connsiteX83" fmla="*/ 1530136 w 3898347"/>
              <a:gd name="connsiteY83" fmla="*/ 4227121 h 4291255"/>
              <a:gd name="connsiteX84" fmla="*/ 1508787 w 3898347"/>
              <a:gd name="connsiteY84" fmla="*/ 4234213 h 4291255"/>
              <a:gd name="connsiteX85" fmla="*/ 1488914 w 3898347"/>
              <a:gd name="connsiteY85" fmla="*/ 4241772 h 4291255"/>
              <a:gd name="connsiteX86" fmla="*/ 1488999 w 3898347"/>
              <a:gd name="connsiteY86" fmla="*/ 4251186 h 4291255"/>
              <a:gd name="connsiteX87" fmla="*/ 1475364 w 3898347"/>
              <a:gd name="connsiteY87" fmla="*/ 4248364 h 4291255"/>
              <a:gd name="connsiteX88" fmla="*/ 1457275 w 3898347"/>
              <a:gd name="connsiteY88" fmla="*/ 4252863 h 4291255"/>
              <a:gd name="connsiteX89" fmla="*/ 1448085 w 3898347"/>
              <a:gd name="connsiteY89" fmla="*/ 4248391 h 4291255"/>
              <a:gd name="connsiteX90" fmla="*/ 1315306 w 3898347"/>
              <a:gd name="connsiteY90" fmla="*/ 4237004 h 4291255"/>
              <a:gd name="connsiteX91" fmla="*/ 1272434 w 3898347"/>
              <a:gd name="connsiteY91" fmla="*/ 4244958 h 4291255"/>
              <a:gd name="connsiteX92" fmla="*/ 1231567 w 3898347"/>
              <a:gd name="connsiteY92" fmla="*/ 4219356 h 4291255"/>
              <a:gd name="connsiteX93" fmla="*/ 1216643 w 3898347"/>
              <a:gd name="connsiteY93" fmla="*/ 4229828 h 4291255"/>
              <a:gd name="connsiteX94" fmla="*/ 1214101 w 3898347"/>
              <a:gd name="connsiteY94" fmla="*/ 4231991 h 4291255"/>
              <a:gd name="connsiteX95" fmla="*/ 1203193 w 3898347"/>
              <a:gd name="connsiteY95" fmla="*/ 4232867 h 4291255"/>
              <a:gd name="connsiteX96" fmla="*/ 1201049 w 3898347"/>
              <a:gd name="connsiteY96" fmla="*/ 4242842 h 4291255"/>
              <a:gd name="connsiteX97" fmla="*/ 1185298 w 3898347"/>
              <a:gd name="connsiteY97" fmla="*/ 4251133 h 4291255"/>
              <a:gd name="connsiteX98" fmla="*/ 1164955 w 3898347"/>
              <a:gd name="connsiteY98" fmla="*/ 4250027 h 4291255"/>
              <a:gd name="connsiteX99" fmla="*/ 1067357 w 3898347"/>
              <a:gd name="connsiteY99" fmla="*/ 4233908 h 4291255"/>
              <a:gd name="connsiteX100" fmla="*/ 1009492 w 3898347"/>
              <a:gd name="connsiteY100" fmla="*/ 4230455 h 4291255"/>
              <a:gd name="connsiteX101" fmla="*/ 988345 w 3898347"/>
              <a:gd name="connsiteY101" fmla="*/ 4238880 h 4291255"/>
              <a:gd name="connsiteX102" fmla="*/ 958251 w 3898347"/>
              <a:gd name="connsiteY102" fmla="*/ 4244100 h 4291255"/>
              <a:gd name="connsiteX103" fmla="*/ 905785 w 3898347"/>
              <a:gd name="connsiteY103" fmla="*/ 4260845 h 4291255"/>
              <a:gd name="connsiteX104" fmla="*/ 837706 w 3898347"/>
              <a:gd name="connsiteY104" fmla="*/ 4245528 h 4291255"/>
              <a:gd name="connsiteX105" fmla="*/ 778474 w 3898347"/>
              <a:gd name="connsiteY105" fmla="*/ 4235526 h 4291255"/>
              <a:gd name="connsiteX106" fmla="*/ 774418 w 3898347"/>
              <a:gd name="connsiteY106" fmla="*/ 4242583 h 4291255"/>
              <a:gd name="connsiteX107" fmla="*/ 737705 w 3898347"/>
              <a:gd name="connsiteY107" fmla="*/ 4238891 h 4291255"/>
              <a:gd name="connsiteX108" fmla="*/ 627717 w 3898347"/>
              <a:gd name="connsiteY108" fmla="*/ 4207629 h 4291255"/>
              <a:gd name="connsiteX109" fmla="*/ 551044 w 3898347"/>
              <a:gd name="connsiteY109" fmla="*/ 4180627 h 4291255"/>
              <a:gd name="connsiteX110" fmla="*/ 508621 w 3898347"/>
              <a:gd name="connsiteY110" fmla="*/ 4176044 h 4291255"/>
              <a:gd name="connsiteX111" fmla="*/ 467082 w 3898347"/>
              <a:gd name="connsiteY111" fmla="*/ 4185616 h 4291255"/>
              <a:gd name="connsiteX112" fmla="*/ 437646 w 3898347"/>
              <a:gd name="connsiteY112" fmla="*/ 4212658 h 4291255"/>
              <a:gd name="connsiteX113" fmla="*/ 402271 w 3898347"/>
              <a:gd name="connsiteY113" fmla="*/ 4212774 h 4291255"/>
              <a:gd name="connsiteX114" fmla="*/ 391968 w 3898347"/>
              <a:gd name="connsiteY114" fmla="*/ 4187073 h 4291255"/>
              <a:gd name="connsiteX115" fmla="*/ 337154 w 3898347"/>
              <a:gd name="connsiteY115" fmla="*/ 4206136 h 4291255"/>
              <a:gd name="connsiteX116" fmla="*/ 298662 w 3898347"/>
              <a:gd name="connsiteY116" fmla="*/ 4211227 h 4291255"/>
              <a:gd name="connsiteX117" fmla="*/ 265740 w 3898347"/>
              <a:gd name="connsiteY117" fmla="*/ 4213623 h 4291255"/>
              <a:gd name="connsiteX118" fmla="*/ 176403 w 3898347"/>
              <a:gd name="connsiteY118" fmla="*/ 4227393 h 4291255"/>
              <a:gd name="connsiteX119" fmla="*/ 82528 w 3898347"/>
              <a:gd name="connsiteY119" fmla="*/ 4243774 h 4291255"/>
              <a:gd name="connsiteX120" fmla="*/ 19464 w 3898347"/>
              <a:gd name="connsiteY120" fmla="*/ 4256103 h 4291255"/>
              <a:gd name="connsiteX121" fmla="*/ 0 w 3898347"/>
              <a:gd name="connsiteY121" fmla="*/ 4221939 h 4291255"/>
              <a:gd name="connsiteX122" fmla="*/ 0 w 3898347"/>
              <a:gd name="connsiteY122" fmla="*/ 15850 h 4291255"/>
              <a:gd name="connsiteX123" fmla="*/ 3898347 w 3898347"/>
              <a:gd name="connsiteY123" fmla="*/ 0 h 429125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64215 w 3898347"/>
              <a:gd name="connsiteY81" fmla="*/ 419014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91968 w 3898347"/>
              <a:gd name="connsiteY114" fmla="*/ 4187073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1044 w 3898347"/>
              <a:gd name="connsiteY109" fmla="*/ 4180627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8105 w 3898347"/>
              <a:gd name="connsiteY109" fmla="*/ 4191218 h 4260845"/>
              <a:gd name="connsiteX110" fmla="*/ 508621 w 3898347"/>
              <a:gd name="connsiteY110" fmla="*/ 4176044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27717 w 3898347"/>
              <a:gd name="connsiteY108" fmla="*/ 4207629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48640 w 3898347"/>
              <a:gd name="connsiteY82" fmla="*/ 4217115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0136 w 3898347"/>
              <a:gd name="connsiteY83" fmla="*/ 4227121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15306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48085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57275 w 3898347"/>
              <a:gd name="connsiteY88" fmla="*/ 4252863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64411 w 3898347"/>
              <a:gd name="connsiteY78" fmla="*/ 4105069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42330 w 3898347"/>
              <a:gd name="connsiteY80" fmla="*/ 4174762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25174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72434 w 3898347"/>
              <a:gd name="connsiteY91" fmla="*/ 4244958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98748 w 3898347"/>
              <a:gd name="connsiteY91" fmla="*/ 4241669 h 4260845"/>
              <a:gd name="connsiteX92" fmla="*/ 1231567 w 3898347"/>
              <a:gd name="connsiteY92" fmla="*/ 4219356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60845"/>
              <a:gd name="connsiteX1" fmla="*/ 3898347 w 3898347"/>
              <a:gd name="connsiteY1" fmla="*/ 3834445 h 4260845"/>
              <a:gd name="connsiteX2" fmla="*/ 3892314 w 3898347"/>
              <a:gd name="connsiteY2" fmla="*/ 3832951 h 4260845"/>
              <a:gd name="connsiteX3" fmla="*/ 3851953 w 3898347"/>
              <a:gd name="connsiteY3" fmla="*/ 3802983 h 4260845"/>
              <a:gd name="connsiteX4" fmla="*/ 3836418 w 3898347"/>
              <a:gd name="connsiteY4" fmla="*/ 3811513 h 4260845"/>
              <a:gd name="connsiteX5" fmla="*/ 3833758 w 3898347"/>
              <a:gd name="connsiteY5" fmla="*/ 3813341 h 4260845"/>
              <a:gd name="connsiteX6" fmla="*/ 3822673 w 3898347"/>
              <a:gd name="connsiteY6" fmla="*/ 3812913 h 4260845"/>
              <a:gd name="connsiteX7" fmla="*/ 3820104 w 3898347"/>
              <a:gd name="connsiteY7" fmla="*/ 3822466 h 4260845"/>
              <a:gd name="connsiteX8" fmla="*/ 3803816 w 3898347"/>
              <a:gd name="connsiteY8" fmla="*/ 3828757 h 4260845"/>
              <a:gd name="connsiteX9" fmla="*/ 3729936 w 3898347"/>
              <a:gd name="connsiteY9" fmla="*/ 3815386 h 4260845"/>
              <a:gd name="connsiteX10" fmla="*/ 3726018 w 3898347"/>
              <a:gd name="connsiteY10" fmla="*/ 3815100 h 4260845"/>
              <a:gd name="connsiteX11" fmla="*/ 3725413 w 3898347"/>
              <a:gd name="connsiteY11" fmla="*/ 3814615 h 4260845"/>
              <a:gd name="connsiteX12" fmla="*/ 3713801 w 3898347"/>
              <a:gd name="connsiteY12" fmla="*/ 3811018 h 4260845"/>
              <a:gd name="connsiteX13" fmla="*/ 3709087 w 3898347"/>
              <a:gd name="connsiteY13" fmla="*/ 3813195 h 4260845"/>
              <a:gd name="connsiteX14" fmla="*/ 3698038 w 3898347"/>
              <a:gd name="connsiteY14" fmla="*/ 3806182 h 4260845"/>
              <a:gd name="connsiteX15" fmla="*/ 3662227 w 3898347"/>
              <a:gd name="connsiteY15" fmla="*/ 3807761 h 4260845"/>
              <a:gd name="connsiteX16" fmla="*/ 3659872 w 3898347"/>
              <a:gd name="connsiteY16" fmla="*/ 3805524 h 4260845"/>
              <a:gd name="connsiteX17" fmla="*/ 3643454 w 3898347"/>
              <a:gd name="connsiteY17" fmla="*/ 3794831 h 4260845"/>
              <a:gd name="connsiteX18" fmla="*/ 3624789 w 3898347"/>
              <a:gd name="connsiteY18" fmla="*/ 3803185 h 4260845"/>
              <a:gd name="connsiteX19" fmla="*/ 3602327 w 3898347"/>
              <a:gd name="connsiteY19" fmla="*/ 3794616 h 4260845"/>
              <a:gd name="connsiteX20" fmla="*/ 3596645 w 3898347"/>
              <a:gd name="connsiteY20" fmla="*/ 3797108 h 4260845"/>
              <a:gd name="connsiteX21" fmla="*/ 3574144 w 3898347"/>
              <a:gd name="connsiteY21" fmla="*/ 3795108 h 4260845"/>
              <a:gd name="connsiteX22" fmla="*/ 3562310 w 3898347"/>
              <a:gd name="connsiteY22" fmla="*/ 3787534 h 4260845"/>
              <a:gd name="connsiteX23" fmla="*/ 3551635 w 3898347"/>
              <a:gd name="connsiteY23" fmla="*/ 3797705 h 4260845"/>
              <a:gd name="connsiteX24" fmla="*/ 3542668 w 3898347"/>
              <a:gd name="connsiteY24" fmla="*/ 3803283 h 4260845"/>
              <a:gd name="connsiteX25" fmla="*/ 3533033 w 3898347"/>
              <a:gd name="connsiteY25" fmla="*/ 3799071 h 4260845"/>
              <a:gd name="connsiteX26" fmla="*/ 3521726 w 3898347"/>
              <a:gd name="connsiteY26" fmla="*/ 3804691 h 4260845"/>
              <a:gd name="connsiteX27" fmla="*/ 3520080 w 3898347"/>
              <a:gd name="connsiteY27" fmla="*/ 3805210 h 4260845"/>
              <a:gd name="connsiteX28" fmla="*/ 3508491 w 3898347"/>
              <a:gd name="connsiteY28" fmla="*/ 3797398 h 4260845"/>
              <a:gd name="connsiteX29" fmla="*/ 3503787 w 3898347"/>
              <a:gd name="connsiteY29" fmla="*/ 3797787 h 4260845"/>
              <a:gd name="connsiteX30" fmla="*/ 3492165 w 3898347"/>
              <a:gd name="connsiteY30" fmla="*/ 3799887 h 4260845"/>
              <a:gd name="connsiteX31" fmla="*/ 3472233 w 3898347"/>
              <a:gd name="connsiteY31" fmla="*/ 3805682 h 4260845"/>
              <a:gd name="connsiteX32" fmla="*/ 3465921 w 3898347"/>
              <a:gd name="connsiteY32" fmla="*/ 3805814 h 4260845"/>
              <a:gd name="connsiteX33" fmla="*/ 3455541 w 3898347"/>
              <a:gd name="connsiteY33" fmla="*/ 3815505 h 4260845"/>
              <a:gd name="connsiteX34" fmla="*/ 3429027 w 3898347"/>
              <a:gd name="connsiteY34" fmla="*/ 3816906 h 4260845"/>
              <a:gd name="connsiteX35" fmla="*/ 3369507 w 3898347"/>
              <a:gd name="connsiteY35" fmla="*/ 3825563 h 4260845"/>
              <a:gd name="connsiteX36" fmla="*/ 3324491 w 3898347"/>
              <a:gd name="connsiteY36" fmla="*/ 3832006 h 4260845"/>
              <a:gd name="connsiteX37" fmla="*/ 3244235 w 3898347"/>
              <a:gd name="connsiteY37" fmla="*/ 3834376 h 4260845"/>
              <a:gd name="connsiteX38" fmla="*/ 3226507 w 3898347"/>
              <a:gd name="connsiteY38" fmla="*/ 3820131 h 4260845"/>
              <a:gd name="connsiteX39" fmla="*/ 3191688 w 3898347"/>
              <a:gd name="connsiteY39" fmla="*/ 3837359 h 4260845"/>
              <a:gd name="connsiteX40" fmla="*/ 3153779 w 3898347"/>
              <a:gd name="connsiteY40" fmla="*/ 3848439 h 4260845"/>
              <a:gd name="connsiteX41" fmla="*/ 3090188 w 3898347"/>
              <a:gd name="connsiteY41" fmla="*/ 3855036 h 4260845"/>
              <a:gd name="connsiteX42" fmla="*/ 3031422 w 3898347"/>
              <a:gd name="connsiteY42" fmla="*/ 3858298 h 4260845"/>
              <a:gd name="connsiteX43" fmla="*/ 2996288 w 3898347"/>
              <a:gd name="connsiteY43" fmla="*/ 3860020 h 4260845"/>
              <a:gd name="connsiteX44" fmla="*/ 2901661 w 3898347"/>
              <a:gd name="connsiteY44" fmla="*/ 3882243 h 4260845"/>
              <a:gd name="connsiteX45" fmla="*/ 2782141 w 3898347"/>
              <a:gd name="connsiteY45" fmla="*/ 3932983 h 4260845"/>
              <a:gd name="connsiteX46" fmla="*/ 2749597 w 3898347"/>
              <a:gd name="connsiteY46" fmla="*/ 3956746 h 4260845"/>
              <a:gd name="connsiteX47" fmla="*/ 2730493 w 3898347"/>
              <a:gd name="connsiteY47" fmla="*/ 3955236 h 4260845"/>
              <a:gd name="connsiteX48" fmla="*/ 2707507 w 3898347"/>
              <a:gd name="connsiteY48" fmla="*/ 3947771 h 4260845"/>
              <a:gd name="connsiteX49" fmla="*/ 2701937 w 3898347"/>
              <a:gd name="connsiteY49" fmla="*/ 3950565 h 4260845"/>
              <a:gd name="connsiteX50" fmla="*/ 2679435 w 3898347"/>
              <a:gd name="connsiteY50" fmla="*/ 3949768 h 4260845"/>
              <a:gd name="connsiteX51" fmla="*/ 2667352 w 3898347"/>
              <a:gd name="connsiteY51" fmla="*/ 3942821 h 4260845"/>
              <a:gd name="connsiteX52" fmla="*/ 2657096 w 3898347"/>
              <a:gd name="connsiteY52" fmla="*/ 3953571 h 4260845"/>
              <a:gd name="connsiteX53" fmla="*/ 2655161 w 3898347"/>
              <a:gd name="connsiteY53" fmla="*/ 3962216 h 4260845"/>
              <a:gd name="connsiteX54" fmla="*/ 2638604 w 3898347"/>
              <a:gd name="connsiteY54" fmla="*/ 3955936 h 4260845"/>
              <a:gd name="connsiteX55" fmla="*/ 2626185 w 3898347"/>
              <a:gd name="connsiteY55" fmla="*/ 3962937 h 4260845"/>
              <a:gd name="connsiteX56" fmla="*/ 2614077 w 3898347"/>
              <a:gd name="connsiteY56" fmla="*/ 3955576 h 4260845"/>
              <a:gd name="connsiteX57" fmla="*/ 2609403 w 3898347"/>
              <a:gd name="connsiteY57" fmla="*/ 3956215 h 4260845"/>
              <a:gd name="connsiteX58" fmla="*/ 2597896 w 3898347"/>
              <a:gd name="connsiteY58" fmla="*/ 3958939 h 4260845"/>
              <a:gd name="connsiteX59" fmla="*/ 2578251 w 3898347"/>
              <a:gd name="connsiteY59" fmla="*/ 3965812 h 4260845"/>
              <a:gd name="connsiteX60" fmla="*/ 2571961 w 3898347"/>
              <a:gd name="connsiteY60" fmla="*/ 3966278 h 4260845"/>
              <a:gd name="connsiteX61" fmla="*/ 2559399 w 3898347"/>
              <a:gd name="connsiteY61" fmla="*/ 3979193 h 4260845"/>
              <a:gd name="connsiteX62" fmla="*/ 2533560 w 3898347"/>
              <a:gd name="connsiteY62" fmla="*/ 3988160 h 4260845"/>
              <a:gd name="connsiteX63" fmla="*/ 2515299 w 3898347"/>
              <a:gd name="connsiteY63" fmla="*/ 4016867 h 4260845"/>
              <a:gd name="connsiteX64" fmla="*/ 2513423 w 3898347"/>
              <a:gd name="connsiteY64" fmla="*/ 4018759 h 4260845"/>
              <a:gd name="connsiteX65" fmla="*/ 2482991 w 3898347"/>
              <a:gd name="connsiteY65" fmla="*/ 4012935 h 4260845"/>
              <a:gd name="connsiteX66" fmla="*/ 2446940 w 3898347"/>
              <a:gd name="connsiteY66" fmla="*/ 4021172 h 4260845"/>
              <a:gd name="connsiteX67" fmla="*/ 2404883 w 3898347"/>
              <a:gd name="connsiteY67" fmla="*/ 4024808 h 4260845"/>
              <a:gd name="connsiteX68" fmla="*/ 2373894 w 3898347"/>
              <a:gd name="connsiteY68" fmla="*/ 4023827 h 4260845"/>
              <a:gd name="connsiteX69" fmla="*/ 2297080 w 3898347"/>
              <a:gd name="connsiteY69" fmla="*/ 4040841 h 4260845"/>
              <a:gd name="connsiteX70" fmla="*/ 2170615 w 3898347"/>
              <a:gd name="connsiteY70" fmla="*/ 4077196 h 4260845"/>
              <a:gd name="connsiteX71" fmla="*/ 2143580 w 3898347"/>
              <a:gd name="connsiteY71" fmla="*/ 4083102 h 4260845"/>
              <a:gd name="connsiteX72" fmla="*/ 2119893 w 3898347"/>
              <a:gd name="connsiteY72" fmla="*/ 4080874 h 4260845"/>
              <a:gd name="connsiteX73" fmla="*/ 2114008 w 3898347"/>
              <a:gd name="connsiteY73" fmla="*/ 4073996 h 4260845"/>
              <a:gd name="connsiteX74" fmla="*/ 2099067 w 3898347"/>
              <a:gd name="connsiteY74" fmla="*/ 4076068 h 4260845"/>
              <a:gd name="connsiteX75" fmla="*/ 2095000 w 3898347"/>
              <a:gd name="connsiteY75" fmla="*/ 4075096 h 4260845"/>
              <a:gd name="connsiteX76" fmla="*/ 2071767 w 3898347"/>
              <a:gd name="connsiteY76" fmla="*/ 4071044 h 4260845"/>
              <a:gd name="connsiteX77" fmla="*/ 2024486 w 3898347"/>
              <a:gd name="connsiteY77" fmla="*/ 4100276 h 4260845"/>
              <a:gd name="connsiteX78" fmla="*/ 1944675 w 3898347"/>
              <a:gd name="connsiteY78" fmla="*/ 4121515 h 4260845"/>
              <a:gd name="connsiteX79" fmla="*/ 1739945 w 3898347"/>
              <a:gd name="connsiteY79" fmla="*/ 4171795 h 4260845"/>
              <a:gd name="connsiteX80" fmla="*/ 1662065 w 3898347"/>
              <a:gd name="connsiteY80" fmla="*/ 4184630 h 4260845"/>
              <a:gd name="connsiteX81" fmla="*/ 1595989 w 3898347"/>
              <a:gd name="connsiteY81" fmla="*/ 4193679 h 4260845"/>
              <a:gd name="connsiteX82" fmla="*/ 1559231 w 3898347"/>
              <a:gd name="connsiteY82" fmla="*/ 4195932 h 4260845"/>
              <a:gd name="connsiteX83" fmla="*/ 1537197 w 3898347"/>
              <a:gd name="connsiteY83" fmla="*/ 4209468 h 4260845"/>
              <a:gd name="connsiteX84" fmla="*/ 1508787 w 3898347"/>
              <a:gd name="connsiteY84" fmla="*/ 4234213 h 4260845"/>
              <a:gd name="connsiteX85" fmla="*/ 1488914 w 3898347"/>
              <a:gd name="connsiteY85" fmla="*/ 4241772 h 4260845"/>
              <a:gd name="connsiteX86" fmla="*/ 1488999 w 3898347"/>
              <a:gd name="connsiteY86" fmla="*/ 4251186 h 4260845"/>
              <a:gd name="connsiteX87" fmla="*/ 1475364 w 3898347"/>
              <a:gd name="connsiteY87" fmla="*/ 4248364 h 4260845"/>
              <a:gd name="connsiteX88" fmla="*/ 1444118 w 3898347"/>
              <a:gd name="connsiteY88" fmla="*/ 4246285 h 4260845"/>
              <a:gd name="connsiteX89" fmla="*/ 1405326 w 3898347"/>
              <a:gd name="connsiteY89" fmla="*/ 4248391 h 4260845"/>
              <a:gd name="connsiteX90" fmla="*/ 1344909 w 3898347"/>
              <a:gd name="connsiteY90" fmla="*/ 4237004 h 4260845"/>
              <a:gd name="connsiteX91" fmla="*/ 1298748 w 3898347"/>
              <a:gd name="connsiteY91" fmla="*/ 4241669 h 4260845"/>
              <a:gd name="connsiteX92" fmla="*/ 1251302 w 3898347"/>
              <a:gd name="connsiteY92" fmla="*/ 4232513 h 4260845"/>
              <a:gd name="connsiteX93" fmla="*/ 1216643 w 3898347"/>
              <a:gd name="connsiteY93" fmla="*/ 4229828 h 4260845"/>
              <a:gd name="connsiteX94" fmla="*/ 1214101 w 3898347"/>
              <a:gd name="connsiteY94" fmla="*/ 4231991 h 4260845"/>
              <a:gd name="connsiteX95" fmla="*/ 1203193 w 3898347"/>
              <a:gd name="connsiteY95" fmla="*/ 4232867 h 4260845"/>
              <a:gd name="connsiteX96" fmla="*/ 1201049 w 3898347"/>
              <a:gd name="connsiteY96" fmla="*/ 4242842 h 4260845"/>
              <a:gd name="connsiteX97" fmla="*/ 1185298 w 3898347"/>
              <a:gd name="connsiteY97" fmla="*/ 4251133 h 4260845"/>
              <a:gd name="connsiteX98" fmla="*/ 1164955 w 3898347"/>
              <a:gd name="connsiteY98" fmla="*/ 4250027 h 4260845"/>
              <a:gd name="connsiteX99" fmla="*/ 1067357 w 3898347"/>
              <a:gd name="connsiteY99" fmla="*/ 4233908 h 4260845"/>
              <a:gd name="connsiteX100" fmla="*/ 1009492 w 3898347"/>
              <a:gd name="connsiteY100" fmla="*/ 4230455 h 4260845"/>
              <a:gd name="connsiteX101" fmla="*/ 988345 w 3898347"/>
              <a:gd name="connsiteY101" fmla="*/ 4238880 h 4260845"/>
              <a:gd name="connsiteX102" fmla="*/ 958251 w 3898347"/>
              <a:gd name="connsiteY102" fmla="*/ 4244100 h 4260845"/>
              <a:gd name="connsiteX103" fmla="*/ 905785 w 3898347"/>
              <a:gd name="connsiteY103" fmla="*/ 4260845 h 4260845"/>
              <a:gd name="connsiteX104" fmla="*/ 837706 w 3898347"/>
              <a:gd name="connsiteY104" fmla="*/ 4245528 h 4260845"/>
              <a:gd name="connsiteX105" fmla="*/ 778474 w 3898347"/>
              <a:gd name="connsiteY105" fmla="*/ 4235526 h 4260845"/>
              <a:gd name="connsiteX106" fmla="*/ 774418 w 3898347"/>
              <a:gd name="connsiteY106" fmla="*/ 4242583 h 4260845"/>
              <a:gd name="connsiteX107" fmla="*/ 737705 w 3898347"/>
              <a:gd name="connsiteY107" fmla="*/ 4238891 h 4260845"/>
              <a:gd name="connsiteX108" fmla="*/ 641839 w 3898347"/>
              <a:gd name="connsiteY108" fmla="*/ 4211160 h 4260845"/>
              <a:gd name="connsiteX109" fmla="*/ 558105 w 3898347"/>
              <a:gd name="connsiteY109" fmla="*/ 4191218 h 4260845"/>
              <a:gd name="connsiteX110" fmla="*/ 515682 w 3898347"/>
              <a:gd name="connsiteY110" fmla="*/ 4193696 h 4260845"/>
              <a:gd name="connsiteX111" fmla="*/ 467082 w 3898347"/>
              <a:gd name="connsiteY111" fmla="*/ 4185616 h 4260845"/>
              <a:gd name="connsiteX112" fmla="*/ 437646 w 3898347"/>
              <a:gd name="connsiteY112" fmla="*/ 4212658 h 4260845"/>
              <a:gd name="connsiteX113" fmla="*/ 402271 w 3898347"/>
              <a:gd name="connsiteY113" fmla="*/ 4212774 h 4260845"/>
              <a:gd name="connsiteX114" fmla="*/ 384907 w 3898347"/>
              <a:gd name="connsiteY114" fmla="*/ 4201195 h 4260845"/>
              <a:gd name="connsiteX115" fmla="*/ 337154 w 3898347"/>
              <a:gd name="connsiteY115" fmla="*/ 4206136 h 4260845"/>
              <a:gd name="connsiteX116" fmla="*/ 298662 w 3898347"/>
              <a:gd name="connsiteY116" fmla="*/ 4211227 h 4260845"/>
              <a:gd name="connsiteX117" fmla="*/ 265740 w 3898347"/>
              <a:gd name="connsiteY117" fmla="*/ 4213623 h 4260845"/>
              <a:gd name="connsiteX118" fmla="*/ 176403 w 3898347"/>
              <a:gd name="connsiteY118" fmla="*/ 4227393 h 4260845"/>
              <a:gd name="connsiteX119" fmla="*/ 82528 w 3898347"/>
              <a:gd name="connsiteY119" fmla="*/ 4243774 h 4260845"/>
              <a:gd name="connsiteX120" fmla="*/ 19464 w 3898347"/>
              <a:gd name="connsiteY120" fmla="*/ 4256103 h 4260845"/>
              <a:gd name="connsiteX121" fmla="*/ 0 w 3898347"/>
              <a:gd name="connsiteY121" fmla="*/ 4221939 h 4260845"/>
              <a:gd name="connsiteX122" fmla="*/ 0 w 3898347"/>
              <a:gd name="connsiteY122" fmla="*/ 15850 h 4260845"/>
              <a:gd name="connsiteX123" fmla="*/ 3898347 w 3898347"/>
              <a:gd name="connsiteY123" fmla="*/ 0 h 4260845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88999 w 3898347"/>
              <a:gd name="connsiteY86" fmla="*/ 4251186 h 4256103"/>
              <a:gd name="connsiteX87" fmla="*/ 1475364 w 3898347"/>
              <a:gd name="connsiteY87" fmla="*/ 4248364 h 4256103"/>
              <a:gd name="connsiteX88" fmla="*/ 1444118 w 3898347"/>
              <a:gd name="connsiteY88" fmla="*/ 4246285 h 4256103"/>
              <a:gd name="connsiteX89" fmla="*/ 1405326 w 3898347"/>
              <a:gd name="connsiteY89" fmla="*/ 4248391 h 4256103"/>
              <a:gd name="connsiteX90" fmla="*/ 1344909 w 3898347"/>
              <a:gd name="connsiteY90" fmla="*/ 4237004 h 4256103"/>
              <a:gd name="connsiteX91" fmla="*/ 1298748 w 3898347"/>
              <a:gd name="connsiteY91" fmla="*/ 4241669 h 4256103"/>
              <a:gd name="connsiteX92" fmla="*/ 1251302 w 3898347"/>
              <a:gd name="connsiteY92" fmla="*/ 4232513 h 4256103"/>
              <a:gd name="connsiteX93" fmla="*/ 1216643 w 3898347"/>
              <a:gd name="connsiteY93" fmla="*/ 4229828 h 4256103"/>
              <a:gd name="connsiteX94" fmla="*/ 1214101 w 3898347"/>
              <a:gd name="connsiteY94" fmla="*/ 4231991 h 4256103"/>
              <a:gd name="connsiteX95" fmla="*/ 1203193 w 3898347"/>
              <a:gd name="connsiteY95" fmla="*/ 4232867 h 4256103"/>
              <a:gd name="connsiteX96" fmla="*/ 1201049 w 3898347"/>
              <a:gd name="connsiteY96" fmla="*/ 4242842 h 4256103"/>
              <a:gd name="connsiteX97" fmla="*/ 1185298 w 3898347"/>
              <a:gd name="connsiteY97" fmla="*/ 4251133 h 4256103"/>
              <a:gd name="connsiteX98" fmla="*/ 1164955 w 3898347"/>
              <a:gd name="connsiteY98" fmla="*/ 4250027 h 4256103"/>
              <a:gd name="connsiteX99" fmla="*/ 1067357 w 3898347"/>
              <a:gd name="connsiteY99" fmla="*/ 4233908 h 4256103"/>
              <a:gd name="connsiteX100" fmla="*/ 1009492 w 3898347"/>
              <a:gd name="connsiteY100" fmla="*/ 4230455 h 4256103"/>
              <a:gd name="connsiteX101" fmla="*/ 988345 w 3898347"/>
              <a:gd name="connsiteY101" fmla="*/ 4238880 h 4256103"/>
              <a:gd name="connsiteX102" fmla="*/ 958251 w 3898347"/>
              <a:gd name="connsiteY102" fmla="*/ 4244100 h 4256103"/>
              <a:gd name="connsiteX103" fmla="*/ 899207 w 3898347"/>
              <a:gd name="connsiteY103" fmla="*/ 4247688 h 4256103"/>
              <a:gd name="connsiteX104" fmla="*/ 837706 w 3898347"/>
              <a:gd name="connsiteY104" fmla="*/ 4245528 h 4256103"/>
              <a:gd name="connsiteX105" fmla="*/ 778474 w 3898347"/>
              <a:gd name="connsiteY105" fmla="*/ 4235526 h 4256103"/>
              <a:gd name="connsiteX106" fmla="*/ 774418 w 3898347"/>
              <a:gd name="connsiteY106" fmla="*/ 4242583 h 4256103"/>
              <a:gd name="connsiteX107" fmla="*/ 737705 w 3898347"/>
              <a:gd name="connsiteY107" fmla="*/ 4238891 h 4256103"/>
              <a:gd name="connsiteX108" fmla="*/ 641839 w 3898347"/>
              <a:gd name="connsiteY108" fmla="*/ 4211160 h 4256103"/>
              <a:gd name="connsiteX109" fmla="*/ 558105 w 3898347"/>
              <a:gd name="connsiteY109" fmla="*/ 4191218 h 4256103"/>
              <a:gd name="connsiteX110" fmla="*/ 515682 w 3898347"/>
              <a:gd name="connsiteY110" fmla="*/ 4193696 h 4256103"/>
              <a:gd name="connsiteX111" fmla="*/ 467082 w 3898347"/>
              <a:gd name="connsiteY111" fmla="*/ 4185616 h 4256103"/>
              <a:gd name="connsiteX112" fmla="*/ 437646 w 3898347"/>
              <a:gd name="connsiteY112" fmla="*/ 4212658 h 4256103"/>
              <a:gd name="connsiteX113" fmla="*/ 402271 w 3898347"/>
              <a:gd name="connsiteY113" fmla="*/ 4212774 h 4256103"/>
              <a:gd name="connsiteX114" fmla="*/ 384907 w 3898347"/>
              <a:gd name="connsiteY114" fmla="*/ 4201195 h 4256103"/>
              <a:gd name="connsiteX115" fmla="*/ 337154 w 3898347"/>
              <a:gd name="connsiteY115" fmla="*/ 4206136 h 4256103"/>
              <a:gd name="connsiteX116" fmla="*/ 298662 w 3898347"/>
              <a:gd name="connsiteY116" fmla="*/ 4211227 h 4256103"/>
              <a:gd name="connsiteX117" fmla="*/ 265740 w 3898347"/>
              <a:gd name="connsiteY117" fmla="*/ 4213623 h 4256103"/>
              <a:gd name="connsiteX118" fmla="*/ 176403 w 3898347"/>
              <a:gd name="connsiteY118" fmla="*/ 4227393 h 4256103"/>
              <a:gd name="connsiteX119" fmla="*/ 82528 w 3898347"/>
              <a:gd name="connsiteY119" fmla="*/ 4243774 h 4256103"/>
              <a:gd name="connsiteX120" fmla="*/ 19464 w 3898347"/>
              <a:gd name="connsiteY120" fmla="*/ 4256103 h 4256103"/>
              <a:gd name="connsiteX121" fmla="*/ 0 w 3898347"/>
              <a:gd name="connsiteY121" fmla="*/ 4221939 h 4256103"/>
              <a:gd name="connsiteX122" fmla="*/ 0 w 3898347"/>
              <a:gd name="connsiteY122" fmla="*/ 15850 h 4256103"/>
              <a:gd name="connsiteX123" fmla="*/ 3898347 w 3898347"/>
              <a:gd name="connsiteY123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75364 w 3898347"/>
              <a:gd name="connsiteY86" fmla="*/ 4248364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4213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803816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02983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92314 w 3898347"/>
              <a:gd name="connsiteY2" fmla="*/ 3832951 h 4256103"/>
              <a:gd name="connsiteX3" fmla="*/ 3851953 w 3898347"/>
              <a:gd name="connsiteY3" fmla="*/ 3816140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  <a:gd name="connsiteX0" fmla="*/ 3898347 w 3898347"/>
              <a:gd name="connsiteY0" fmla="*/ 0 h 4256103"/>
              <a:gd name="connsiteX1" fmla="*/ 3898347 w 3898347"/>
              <a:gd name="connsiteY1" fmla="*/ 3834445 h 4256103"/>
              <a:gd name="connsiteX2" fmla="*/ 3879157 w 3898347"/>
              <a:gd name="connsiteY2" fmla="*/ 3836240 h 4256103"/>
              <a:gd name="connsiteX3" fmla="*/ 3851953 w 3898347"/>
              <a:gd name="connsiteY3" fmla="*/ 3816140 h 4256103"/>
              <a:gd name="connsiteX4" fmla="*/ 3836418 w 3898347"/>
              <a:gd name="connsiteY4" fmla="*/ 3811513 h 4256103"/>
              <a:gd name="connsiteX5" fmla="*/ 3833758 w 3898347"/>
              <a:gd name="connsiteY5" fmla="*/ 3813341 h 4256103"/>
              <a:gd name="connsiteX6" fmla="*/ 3822673 w 3898347"/>
              <a:gd name="connsiteY6" fmla="*/ 3812913 h 4256103"/>
              <a:gd name="connsiteX7" fmla="*/ 3820104 w 3898347"/>
              <a:gd name="connsiteY7" fmla="*/ 3822466 h 4256103"/>
              <a:gd name="connsiteX8" fmla="*/ 3777502 w 3898347"/>
              <a:gd name="connsiteY8" fmla="*/ 3828757 h 4256103"/>
              <a:gd name="connsiteX9" fmla="*/ 3729936 w 3898347"/>
              <a:gd name="connsiteY9" fmla="*/ 3815386 h 4256103"/>
              <a:gd name="connsiteX10" fmla="*/ 3726018 w 3898347"/>
              <a:gd name="connsiteY10" fmla="*/ 3815100 h 4256103"/>
              <a:gd name="connsiteX11" fmla="*/ 3725413 w 3898347"/>
              <a:gd name="connsiteY11" fmla="*/ 3814615 h 4256103"/>
              <a:gd name="connsiteX12" fmla="*/ 3713801 w 3898347"/>
              <a:gd name="connsiteY12" fmla="*/ 3811018 h 4256103"/>
              <a:gd name="connsiteX13" fmla="*/ 3709087 w 3898347"/>
              <a:gd name="connsiteY13" fmla="*/ 3813195 h 4256103"/>
              <a:gd name="connsiteX14" fmla="*/ 3698038 w 3898347"/>
              <a:gd name="connsiteY14" fmla="*/ 3806182 h 4256103"/>
              <a:gd name="connsiteX15" fmla="*/ 3662227 w 3898347"/>
              <a:gd name="connsiteY15" fmla="*/ 3807761 h 4256103"/>
              <a:gd name="connsiteX16" fmla="*/ 3659872 w 3898347"/>
              <a:gd name="connsiteY16" fmla="*/ 3805524 h 4256103"/>
              <a:gd name="connsiteX17" fmla="*/ 3643454 w 3898347"/>
              <a:gd name="connsiteY17" fmla="*/ 3794831 h 4256103"/>
              <a:gd name="connsiteX18" fmla="*/ 3624789 w 3898347"/>
              <a:gd name="connsiteY18" fmla="*/ 3803185 h 4256103"/>
              <a:gd name="connsiteX19" fmla="*/ 3602327 w 3898347"/>
              <a:gd name="connsiteY19" fmla="*/ 3794616 h 4256103"/>
              <a:gd name="connsiteX20" fmla="*/ 3596645 w 3898347"/>
              <a:gd name="connsiteY20" fmla="*/ 3797108 h 4256103"/>
              <a:gd name="connsiteX21" fmla="*/ 3574144 w 3898347"/>
              <a:gd name="connsiteY21" fmla="*/ 3795108 h 4256103"/>
              <a:gd name="connsiteX22" fmla="*/ 3562310 w 3898347"/>
              <a:gd name="connsiteY22" fmla="*/ 3787534 h 4256103"/>
              <a:gd name="connsiteX23" fmla="*/ 3551635 w 3898347"/>
              <a:gd name="connsiteY23" fmla="*/ 3797705 h 4256103"/>
              <a:gd name="connsiteX24" fmla="*/ 3542668 w 3898347"/>
              <a:gd name="connsiteY24" fmla="*/ 3803283 h 4256103"/>
              <a:gd name="connsiteX25" fmla="*/ 3533033 w 3898347"/>
              <a:gd name="connsiteY25" fmla="*/ 3799071 h 4256103"/>
              <a:gd name="connsiteX26" fmla="*/ 3521726 w 3898347"/>
              <a:gd name="connsiteY26" fmla="*/ 3804691 h 4256103"/>
              <a:gd name="connsiteX27" fmla="*/ 3520080 w 3898347"/>
              <a:gd name="connsiteY27" fmla="*/ 3805210 h 4256103"/>
              <a:gd name="connsiteX28" fmla="*/ 3508491 w 3898347"/>
              <a:gd name="connsiteY28" fmla="*/ 3797398 h 4256103"/>
              <a:gd name="connsiteX29" fmla="*/ 3503787 w 3898347"/>
              <a:gd name="connsiteY29" fmla="*/ 3797787 h 4256103"/>
              <a:gd name="connsiteX30" fmla="*/ 3492165 w 3898347"/>
              <a:gd name="connsiteY30" fmla="*/ 3799887 h 4256103"/>
              <a:gd name="connsiteX31" fmla="*/ 3472233 w 3898347"/>
              <a:gd name="connsiteY31" fmla="*/ 3805682 h 4256103"/>
              <a:gd name="connsiteX32" fmla="*/ 3465921 w 3898347"/>
              <a:gd name="connsiteY32" fmla="*/ 3805814 h 4256103"/>
              <a:gd name="connsiteX33" fmla="*/ 3455541 w 3898347"/>
              <a:gd name="connsiteY33" fmla="*/ 3815505 h 4256103"/>
              <a:gd name="connsiteX34" fmla="*/ 3429027 w 3898347"/>
              <a:gd name="connsiteY34" fmla="*/ 3816906 h 4256103"/>
              <a:gd name="connsiteX35" fmla="*/ 3369507 w 3898347"/>
              <a:gd name="connsiteY35" fmla="*/ 3825563 h 4256103"/>
              <a:gd name="connsiteX36" fmla="*/ 3324491 w 3898347"/>
              <a:gd name="connsiteY36" fmla="*/ 3832006 h 4256103"/>
              <a:gd name="connsiteX37" fmla="*/ 3244235 w 3898347"/>
              <a:gd name="connsiteY37" fmla="*/ 3834376 h 4256103"/>
              <a:gd name="connsiteX38" fmla="*/ 3226507 w 3898347"/>
              <a:gd name="connsiteY38" fmla="*/ 3820131 h 4256103"/>
              <a:gd name="connsiteX39" fmla="*/ 3191688 w 3898347"/>
              <a:gd name="connsiteY39" fmla="*/ 3837359 h 4256103"/>
              <a:gd name="connsiteX40" fmla="*/ 3153779 w 3898347"/>
              <a:gd name="connsiteY40" fmla="*/ 3848439 h 4256103"/>
              <a:gd name="connsiteX41" fmla="*/ 3090188 w 3898347"/>
              <a:gd name="connsiteY41" fmla="*/ 3855036 h 4256103"/>
              <a:gd name="connsiteX42" fmla="*/ 3031422 w 3898347"/>
              <a:gd name="connsiteY42" fmla="*/ 3858298 h 4256103"/>
              <a:gd name="connsiteX43" fmla="*/ 2996288 w 3898347"/>
              <a:gd name="connsiteY43" fmla="*/ 3860020 h 4256103"/>
              <a:gd name="connsiteX44" fmla="*/ 2901661 w 3898347"/>
              <a:gd name="connsiteY44" fmla="*/ 3882243 h 4256103"/>
              <a:gd name="connsiteX45" fmla="*/ 2782141 w 3898347"/>
              <a:gd name="connsiteY45" fmla="*/ 3932983 h 4256103"/>
              <a:gd name="connsiteX46" fmla="*/ 2749597 w 3898347"/>
              <a:gd name="connsiteY46" fmla="*/ 3956746 h 4256103"/>
              <a:gd name="connsiteX47" fmla="*/ 2730493 w 3898347"/>
              <a:gd name="connsiteY47" fmla="*/ 3955236 h 4256103"/>
              <a:gd name="connsiteX48" fmla="*/ 2707507 w 3898347"/>
              <a:gd name="connsiteY48" fmla="*/ 3947771 h 4256103"/>
              <a:gd name="connsiteX49" fmla="*/ 2701937 w 3898347"/>
              <a:gd name="connsiteY49" fmla="*/ 3950565 h 4256103"/>
              <a:gd name="connsiteX50" fmla="*/ 2679435 w 3898347"/>
              <a:gd name="connsiteY50" fmla="*/ 3949768 h 4256103"/>
              <a:gd name="connsiteX51" fmla="*/ 2667352 w 3898347"/>
              <a:gd name="connsiteY51" fmla="*/ 3942821 h 4256103"/>
              <a:gd name="connsiteX52" fmla="*/ 2657096 w 3898347"/>
              <a:gd name="connsiteY52" fmla="*/ 3953571 h 4256103"/>
              <a:gd name="connsiteX53" fmla="*/ 2655161 w 3898347"/>
              <a:gd name="connsiteY53" fmla="*/ 3962216 h 4256103"/>
              <a:gd name="connsiteX54" fmla="*/ 2638604 w 3898347"/>
              <a:gd name="connsiteY54" fmla="*/ 3955936 h 4256103"/>
              <a:gd name="connsiteX55" fmla="*/ 2626185 w 3898347"/>
              <a:gd name="connsiteY55" fmla="*/ 3962937 h 4256103"/>
              <a:gd name="connsiteX56" fmla="*/ 2614077 w 3898347"/>
              <a:gd name="connsiteY56" fmla="*/ 3955576 h 4256103"/>
              <a:gd name="connsiteX57" fmla="*/ 2609403 w 3898347"/>
              <a:gd name="connsiteY57" fmla="*/ 3956215 h 4256103"/>
              <a:gd name="connsiteX58" fmla="*/ 2597896 w 3898347"/>
              <a:gd name="connsiteY58" fmla="*/ 3958939 h 4256103"/>
              <a:gd name="connsiteX59" fmla="*/ 2578251 w 3898347"/>
              <a:gd name="connsiteY59" fmla="*/ 3965812 h 4256103"/>
              <a:gd name="connsiteX60" fmla="*/ 2571961 w 3898347"/>
              <a:gd name="connsiteY60" fmla="*/ 3966278 h 4256103"/>
              <a:gd name="connsiteX61" fmla="*/ 2559399 w 3898347"/>
              <a:gd name="connsiteY61" fmla="*/ 3979193 h 4256103"/>
              <a:gd name="connsiteX62" fmla="*/ 2533560 w 3898347"/>
              <a:gd name="connsiteY62" fmla="*/ 3988160 h 4256103"/>
              <a:gd name="connsiteX63" fmla="*/ 2515299 w 3898347"/>
              <a:gd name="connsiteY63" fmla="*/ 4016867 h 4256103"/>
              <a:gd name="connsiteX64" fmla="*/ 2513423 w 3898347"/>
              <a:gd name="connsiteY64" fmla="*/ 4018759 h 4256103"/>
              <a:gd name="connsiteX65" fmla="*/ 2482991 w 3898347"/>
              <a:gd name="connsiteY65" fmla="*/ 4012935 h 4256103"/>
              <a:gd name="connsiteX66" fmla="*/ 2446940 w 3898347"/>
              <a:gd name="connsiteY66" fmla="*/ 4021172 h 4256103"/>
              <a:gd name="connsiteX67" fmla="*/ 2404883 w 3898347"/>
              <a:gd name="connsiteY67" fmla="*/ 4024808 h 4256103"/>
              <a:gd name="connsiteX68" fmla="*/ 2373894 w 3898347"/>
              <a:gd name="connsiteY68" fmla="*/ 4023827 h 4256103"/>
              <a:gd name="connsiteX69" fmla="*/ 2297080 w 3898347"/>
              <a:gd name="connsiteY69" fmla="*/ 4040841 h 4256103"/>
              <a:gd name="connsiteX70" fmla="*/ 2170615 w 3898347"/>
              <a:gd name="connsiteY70" fmla="*/ 4077196 h 4256103"/>
              <a:gd name="connsiteX71" fmla="*/ 2143580 w 3898347"/>
              <a:gd name="connsiteY71" fmla="*/ 4083102 h 4256103"/>
              <a:gd name="connsiteX72" fmla="*/ 2119893 w 3898347"/>
              <a:gd name="connsiteY72" fmla="*/ 4080874 h 4256103"/>
              <a:gd name="connsiteX73" fmla="*/ 2114008 w 3898347"/>
              <a:gd name="connsiteY73" fmla="*/ 4073996 h 4256103"/>
              <a:gd name="connsiteX74" fmla="*/ 2099067 w 3898347"/>
              <a:gd name="connsiteY74" fmla="*/ 4076068 h 4256103"/>
              <a:gd name="connsiteX75" fmla="*/ 2095000 w 3898347"/>
              <a:gd name="connsiteY75" fmla="*/ 4075096 h 4256103"/>
              <a:gd name="connsiteX76" fmla="*/ 2071767 w 3898347"/>
              <a:gd name="connsiteY76" fmla="*/ 4071044 h 4256103"/>
              <a:gd name="connsiteX77" fmla="*/ 2024486 w 3898347"/>
              <a:gd name="connsiteY77" fmla="*/ 4100276 h 4256103"/>
              <a:gd name="connsiteX78" fmla="*/ 1944675 w 3898347"/>
              <a:gd name="connsiteY78" fmla="*/ 4121515 h 4256103"/>
              <a:gd name="connsiteX79" fmla="*/ 1739945 w 3898347"/>
              <a:gd name="connsiteY79" fmla="*/ 4171795 h 4256103"/>
              <a:gd name="connsiteX80" fmla="*/ 1662065 w 3898347"/>
              <a:gd name="connsiteY80" fmla="*/ 4184630 h 4256103"/>
              <a:gd name="connsiteX81" fmla="*/ 1595989 w 3898347"/>
              <a:gd name="connsiteY81" fmla="*/ 4193679 h 4256103"/>
              <a:gd name="connsiteX82" fmla="*/ 1559231 w 3898347"/>
              <a:gd name="connsiteY82" fmla="*/ 4195932 h 4256103"/>
              <a:gd name="connsiteX83" fmla="*/ 1537197 w 3898347"/>
              <a:gd name="connsiteY83" fmla="*/ 4209468 h 4256103"/>
              <a:gd name="connsiteX84" fmla="*/ 1508787 w 3898347"/>
              <a:gd name="connsiteY84" fmla="*/ 4230924 h 4256103"/>
              <a:gd name="connsiteX85" fmla="*/ 1488914 w 3898347"/>
              <a:gd name="connsiteY85" fmla="*/ 4241772 h 4256103"/>
              <a:gd name="connsiteX86" fmla="*/ 1465497 w 3898347"/>
              <a:gd name="connsiteY86" fmla="*/ 4245075 h 4256103"/>
              <a:gd name="connsiteX87" fmla="*/ 1444118 w 3898347"/>
              <a:gd name="connsiteY87" fmla="*/ 4246285 h 4256103"/>
              <a:gd name="connsiteX88" fmla="*/ 1405326 w 3898347"/>
              <a:gd name="connsiteY88" fmla="*/ 4248391 h 4256103"/>
              <a:gd name="connsiteX89" fmla="*/ 1344909 w 3898347"/>
              <a:gd name="connsiteY89" fmla="*/ 4237004 h 4256103"/>
              <a:gd name="connsiteX90" fmla="*/ 1298748 w 3898347"/>
              <a:gd name="connsiteY90" fmla="*/ 4241669 h 4256103"/>
              <a:gd name="connsiteX91" fmla="*/ 1251302 w 3898347"/>
              <a:gd name="connsiteY91" fmla="*/ 4232513 h 4256103"/>
              <a:gd name="connsiteX92" fmla="*/ 1216643 w 3898347"/>
              <a:gd name="connsiteY92" fmla="*/ 4229828 h 4256103"/>
              <a:gd name="connsiteX93" fmla="*/ 1214101 w 3898347"/>
              <a:gd name="connsiteY93" fmla="*/ 4231991 h 4256103"/>
              <a:gd name="connsiteX94" fmla="*/ 1203193 w 3898347"/>
              <a:gd name="connsiteY94" fmla="*/ 4232867 h 4256103"/>
              <a:gd name="connsiteX95" fmla="*/ 1201049 w 3898347"/>
              <a:gd name="connsiteY95" fmla="*/ 4242842 h 4256103"/>
              <a:gd name="connsiteX96" fmla="*/ 1185298 w 3898347"/>
              <a:gd name="connsiteY96" fmla="*/ 4251133 h 4256103"/>
              <a:gd name="connsiteX97" fmla="*/ 1164955 w 3898347"/>
              <a:gd name="connsiteY97" fmla="*/ 4250027 h 4256103"/>
              <a:gd name="connsiteX98" fmla="*/ 1067357 w 3898347"/>
              <a:gd name="connsiteY98" fmla="*/ 4233908 h 4256103"/>
              <a:gd name="connsiteX99" fmla="*/ 1009492 w 3898347"/>
              <a:gd name="connsiteY99" fmla="*/ 4230455 h 4256103"/>
              <a:gd name="connsiteX100" fmla="*/ 988345 w 3898347"/>
              <a:gd name="connsiteY100" fmla="*/ 4238880 h 4256103"/>
              <a:gd name="connsiteX101" fmla="*/ 958251 w 3898347"/>
              <a:gd name="connsiteY101" fmla="*/ 4244100 h 4256103"/>
              <a:gd name="connsiteX102" fmla="*/ 899207 w 3898347"/>
              <a:gd name="connsiteY102" fmla="*/ 4247688 h 4256103"/>
              <a:gd name="connsiteX103" fmla="*/ 837706 w 3898347"/>
              <a:gd name="connsiteY103" fmla="*/ 4245528 h 4256103"/>
              <a:gd name="connsiteX104" fmla="*/ 778474 w 3898347"/>
              <a:gd name="connsiteY104" fmla="*/ 4235526 h 4256103"/>
              <a:gd name="connsiteX105" fmla="*/ 774418 w 3898347"/>
              <a:gd name="connsiteY105" fmla="*/ 4242583 h 4256103"/>
              <a:gd name="connsiteX106" fmla="*/ 737705 w 3898347"/>
              <a:gd name="connsiteY106" fmla="*/ 4238891 h 4256103"/>
              <a:gd name="connsiteX107" fmla="*/ 641839 w 3898347"/>
              <a:gd name="connsiteY107" fmla="*/ 4211160 h 4256103"/>
              <a:gd name="connsiteX108" fmla="*/ 558105 w 3898347"/>
              <a:gd name="connsiteY108" fmla="*/ 4191218 h 4256103"/>
              <a:gd name="connsiteX109" fmla="*/ 515682 w 3898347"/>
              <a:gd name="connsiteY109" fmla="*/ 4193696 h 4256103"/>
              <a:gd name="connsiteX110" fmla="*/ 467082 w 3898347"/>
              <a:gd name="connsiteY110" fmla="*/ 4185616 h 4256103"/>
              <a:gd name="connsiteX111" fmla="*/ 437646 w 3898347"/>
              <a:gd name="connsiteY111" fmla="*/ 4212658 h 4256103"/>
              <a:gd name="connsiteX112" fmla="*/ 402271 w 3898347"/>
              <a:gd name="connsiteY112" fmla="*/ 4212774 h 4256103"/>
              <a:gd name="connsiteX113" fmla="*/ 384907 w 3898347"/>
              <a:gd name="connsiteY113" fmla="*/ 4201195 h 4256103"/>
              <a:gd name="connsiteX114" fmla="*/ 337154 w 3898347"/>
              <a:gd name="connsiteY114" fmla="*/ 4206136 h 4256103"/>
              <a:gd name="connsiteX115" fmla="*/ 298662 w 3898347"/>
              <a:gd name="connsiteY115" fmla="*/ 4211227 h 4256103"/>
              <a:gd name="connsiteX116" fmla="*/ 265740 w 3898347"/>
              <a:gd name="connsiteY116" fmla="*/ 4213623 h 4256103"/>
              <a:gd name="connsiteX117" fmla="*/ 176403 w 3898347"/>
              <a:gd name="connsiteY117" fmla="*/ 4227393 h 4256103"/>
              <a:gd name="connsiteX118" fmla="*/ 82528 w 3898347"/>
              <a:gd name="connsiteY118" fmla="*/ 4243774 h 4256103"/>
              <a:gd name="connsiteX119" fmla="*/ 19464 w 3898347"/>
              <a:gd name="connsiteY119" fmla="*/ 4256103 h 4256103"/>
              <a:gd name="connsiteX120" fmla="*/ 0 w 3898347"/>
              <a:gd name="connsiteY120" fmla="*/ 4221939 h 4256103"/>
              <a:gd name="connsiteX121" fmla="*/ 0 w 3898347"/>
              <a:gd name="connsiteY121" fmla="*/ 15850 h 4256103"/>
              <a:gd name="connsiteX122" fmla="*/ 3898347 w 3898347"/>
              <a:gd name="connsiteY122" fmla="*/ 0 h 42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898347" h="4256103">
                <a:moveTo>
                  <a:pt x="3898347" y="0"/>
                </a:moveTo>
                <a:lnTo>
                  <a:pt x="3898347" y="3834445"/>
                </a:lnTo>
                <a:lnTo>
                  <a:pt x="3879157" y="3836240"/>
                </a:lnTo>
                <a:cubicBezTo>
                  <a:pt x="3885307" y="3798226"/>
                  <a:pt x="3856203" y="3861184"/>
                  <a:pt x="3851953" y="3816140"/>
                </a:cubicBezTo>
                <a:cubicBezTo>
                  <a:pt x="3846568" y="3817958"/>
                  <a:pt x="3841484" y="3807983"/>
                  <a:pt x="3836418" y="3811513"/>
                </a:cubicBezTo>
                <a:lnTo>
                  <a:pt x="3833758" y="3813341"/>
                </a:lnTo>
                <a:lnTo>
                  <a:pt x="3822673" y="3812913"/>
                </a:lnTo>
                <a:lnTo>
                  <a:pt x="3820104" y="3822466"/>
                </a:lnTo>
                <a:lnTo>
                  <a:pt x="3777502" y="3828757"/>
                </a:lnTo>
                <a:cubicBezTo>
                  <a:pt x="3762474" y="3827577"/>
                  <a:pt x="3742902" y="3817662"/>
                  <a:pt x="3729936" y="3815386"/>
                </a:cubicBezTo>
                <a:lnTo>
                  <a:pt x="3726018" y="3815100"/>
                </a:lnTo>
                <a:lnTo>
                  <a:pt x="3725413" y="3814615"/>
                </a:lnTo>
                <a:cubicBezTo>
                  <a:pt x="3721569" y="3812283"/>
                  <a:pt x="3717711" y="3810892"/>
                  <a:pt x="3713801" y="3811018"/>
                </a:cubicBezTo>
                <a:lnTo>
                  <a:pt x="3709087" y="3813195"/>
                </a:lnTo>
                <a:lnTo>
                  <a:pt x="3698038" y="3806182"/>
                </a:lnTo>
                <a:lnTo>
                  <a:pt x="3662227" y="3807761"/>
                </a:lnTo>
                <a:lnTo>
                  <a:pt x="3659872" y="3805524"/>
                </a:lnTo>
                <a:cubicBezTo>
                  <a:pt x="3654837" y="3800238"/>
                  <a:pt x="3649779" y="3795747"/>
                  <a:pt x="3643454" y="3794831"/>
                </a:cubicBezTo>
                <a:lnTo>
                  <a:pt x="3624789" y="3803185"/>
                </a:lnTo>
                <a:lnTo>
                  <a:pt x="3602327" y="3794616"/>
                </a:lnTo>
                <a:lnTo>
                  <a:pt x="3596645" y="3797108"/>
                </a:lnTo>
                <a:cubicBezTo>
                  <a:pt x="3586358" y="3794741"/>
                  <a:pt x="3572046" y="3779403"/>
                  <a:pt x="3574144" y="3795108"/>
                </a:cubicBezTo>
                <a:lnTo>
                  <a:pt x="3562310" y="3787534"/>
                </a:lnTo>
                <a:lnTo>
                  <a:pt x="3551635" y="3797705"/>
                </a:lnTo>
                <a:lnTo>
                  <a:pt x="3542668" y="3803283"/>
                </a:lnTo>
                <a:lnTo>
                  <a:pt x="3533033" y="3799071"/>
                </a:lnTo>
                <a:lnTo>
                  <a:pt x="3521726" y="3804691"/>
                </a:lnTo>
                <a:lnTo>
                  <a:pt x="3520080" y="3805210"/>
                </a:lnTo>
                <a:lnTo>
                  <a:pt x="3508491" y="3797398"/>
                </a:lnTo>
                <a:lnTo>
                  <a:pt x="3503787" y="3797787"/>
                </a:lnTo>
                <a:lnTo>
                  <a:pt x="3492165" y="3799887"/>
                </a:lnTo>
                <a:cubicBezTo>
                  <a:pt x="3486252" y="3801787"/>
                  <a:pt x="3479649" y="3804176"/>
                  <a:pt x="3472233" y="3805682"/>
                </a:cubicBezTo>
                <a:lnTo>
                  <a:pt x="3465921" y="3805814"/>
                </a:lnTo>
                <a:lnTo>
                  <a:pt x="3455541" y="3815505"/>
                </a:lnTo>
                <a:lnTo>
                  <a:pt x="3429027" y="3816906"/>
                </a:lnTo>
                <a:cubicBezTo>
                  <a:pt x="3408521" y="3817753"/>
                  <a:pt x="3388898" y="3819475"/>
                  <a:pt x="3369507" y="3825563"/>
                </a:cubicBezTo>
                <a:cubicBezTo>
                  <a:pt x="3353730" y="3819534"/>
                  <a:pt x="3338870" y="3818175"/>
                  <a:pt x="3324491" y="3832006"/>
                </a:cubicBezTo>
                <a:cubicBezTo>
                  <a:pt x="3281706" y="3833409"/>
                  <a:pt x="3271319" y="3817569"/>
                  <a:pt x="3244235" y="3834376"/>
                </a:cubicBezTo>
                <a:cubicBezTo>
                  <a:pt x="3236206" y="3826142"/>
                  <a:pt x="3230700" y="3821848"/>
                  <a:pt x="3226507" y="3820131"/>
                </a:cubicBezTo>
                <a:cubicBezTo>
                  <a:pt x="3213924" y="3814979"/>
                  <a:pt x="3213172" y="3833011"/>
                  <a:pt x="3191688" y="3837359"/>
                </a:cubicBezTo>
                <a:cubicBezTo>
                  <a:pt x="3168723" y="3844588"/>
                  <a:pt x="3175642" y="3846041"/>
                  <a:pt x="3153779" y="3848439"/>
                </a:cubicBezTo>
                <a:cubicBezTo>
                  <a:pt x="3136862" y="3851385"/>
                  <a:pt x="3115876" y="3855158"/>
                  <a:pt x="3090188" y="3855036"/>
                </a:cubicBezTo>
                <a:cubicBezTo>
                  <a:pt x="3066058" y="3880979"/>
                  <a:pt x="3059981" y="3849823"/>
                  <a:pt x="3031422" y="3858298"/>
                </a:cubicBezTo>
                <a:cubicBezTo>
                  <a:pt x="3017157" y="3868236"/>
                  <a:pt x="3007595" y="3870098"/>
                  <a:pt x="2996288" y="3860020"/>
                </a:cubicBezTo>
                <a:cubicBezTo>
                  <a:pt x="2930242" y="3908295"/>
                  <a:pt x="2959927" y="3862932"/>
                  <a:pt x="2901661" y="3882243"/>
                </a:cubicBezTo>
                <a:cubicBezTo>
                  <a:pt x="2863654" y="3897291"/>
                  <a:pt x="2822551" y="3908676"/>
                  <a:pt x="2782141" y="3932983"/>
                </a:cubicBezTo>
                <a:lnTo>
                  <a:pt x="2749597" y="3956746"/>
                </a:lnTo>
                <a:lnTo>
                  <a:pt x="2730493" y="3955236"/>
                </a:lnTo>
                <a:lnTo>
                  <a:pt x="2707507" y="3947771"/>
                </a:lnTo>
                <a:lnTo>
                  <a:pt x="2701937" y="3950565"/>
                </a:lnTo>
                <a:cubicBezTo>
                  <a:pt x="2691594" y="3948746"/>
                  <a:pt x="2676749" y="3934159"/>
                  <a:pt x="2679435" y="3949768"/>
                </a:cubicBezTo>
                <a:lnTo>
                  <a:pt x="2667352" y="3942821"/>
                </a:lnTo>
                <a:lnTo>
                  <a:pt x="2657096" y="3953571"/>
                </a:lnTo>
                <a:cubicBezTo>
                  <a:pt x="2656117" y="3956261"/>
                  <a:pt x="2655464" y="3959177"/>
                  <a:pt x="2655161" y="3962216"/>
                </a:cubicBezTo>
                <a:lnTo>
                  <a:pt x="2638604" y="3955936"/>
                </a:lnTo>
                <a:lnTo>
                  <a:pt x="2626185" y="3962937"/>
                </a:lnTo>
                <a:lnTo>
                  <a:pt x="2614077" y="3955576"/>
                </a:lnTo>
                <a:lnTo>
                  <a:pt x="2609403" y="3956215"/>
                </a:lnTo>
                <a:lnTo>
                  <a:pt x="2597896" y="3958939"/>
                </a:lnTo>
                <a:cubicBezTo>
                  <a:pt x="2592077" y="3961159"/>
                  <a:pt x="2585584" y="3963907"/>
                  <a:pt x="2578251" y="3965812"/>
                </a:cubicBezTo>
                <a:lnTo>
                  <a:pt x="2571961" y="3966278"/>
                </a:lnTo>
                <a:lnTo>
                  <a:pt x="2559399" y="3979193"/>
                </a:lnTo>
                <a:cubicBezTo>
                  <a:pt x="2550305" y="3989010"/>
                  <a:pt x="2543019" y="3995469"/>
                  <a:pt x="2533560" y="3988160"/>
                </a:cubicBezTo>
                <a:cubicBezTo>
                  <a:pt x="2526682" y="3994363"/>
                  <a:pt x="2521563" y="4007257"/>
                  <a:pt x="2515299" y="4016867"/>
                </a:cubicBezTo>
                <a:lnTo>
                  <a:pt x="2513423" y="4018759"/>
                </a:lnTo>
                <a:lnTo>
                  <a:pt x="2482991" y="4012935"/>
                </a:lnTo>
                <a:cubicBezTo>
                  <a:pt x="2469558" y="4010479"/>
                  <a:pt x="2456714" y="4010658"/>
                  <a:pt x="2446940" y="4021172"/>
                </a:cubicBezTo>
                <a:cubicBezTo>
                  <a:pt x="2445490" y="4004762"/>
                  <a:pt x="2418263" y="4035043"/>
                  <a:pt x="2404883" y="4024808"/>
                </a:cubicBezTo>
                <a:cubicBezTo>
                  <a:pt x="2395527" y="4015768"/>
                  <a:pt x="2385089" y="4022846"/>
                  <a:pt x="2373894" y="4023827"/>
                </a:cubicBezTo>
                <a:cubicBezTo>
                  <a:pt x="2360273" y="4016866"/>
                  <a:pt x="2310801" y="4031114"/>
                  <a:pt x="2297080" y="4040841"/>
                </a:cubicBezTo>
                <a:cubicBezTo>
                  <a:pt x="2262890" y="4074342"/>
                  <a:pt x="2198735" y="4051487"/>
                  <a:pt x="2170615" y="4077196"/>
                </a:cubicBezTo>
                <a:cubicBezTo>
                  <a:pt x="2161158" y="4081087"/>
                  <a:pt x="2152190" y="4082780"/>
                  <a:pt x="2143580" y="4083102"/>
                </a:cubicBezTo>
                <a:lnTo>
                  <a:pt x="2119893" y="4080874"/>
                </a:lnTo>
                <a:lnTo>
                  <a:pt x="2114008" y="4073996"/>
                </a:lnTo>
                <a:lnTo>
                  <a:pt x="2099067" y="4076068"/>
                </a:lnTo>
                <a:lnTo>
                  <a:pt x="2095000" y="4075096"/>
                </a:lnTo>
                <a:cubicBezTo>
                  <a:pt x="2087230" y="4073204"/>
                  <a:pt x="2079536" y="4071577"/>
                  <a:pt x="2071767" y="4071044"/>
                </a:cubicBezTo>
                <a:cubicBezTo>
                  <a:pt x="2077287" y="4106066"/>
                  <a:pt x="2006612" y="4072253"/>
                  <a:pt x="2024486" y="4100276"/>
                </a:cubicBezTo>
                <a:cubicBezTo>
                  <a:pt x="1982770" y="4103418"/>
                  <a:pt x="1990990" y="4145711"/>
                  <a:pt x="1944675" y="4121515"/>
                </a:cubicBezTo>
                <a:cubicBezTo>
                  <a:pt x="1876432" y="4151801"/>
                  <a:pt x="1796287" y="4126915"/>
                  <a:pt x="1739945" y="4171795"/>
                </a:cubicBezTo>
                <a:cubicBezTo>
                  <a:pt x="1680970" y="4182234"/>
                  <a:pt x="1693119" y="4173922"/>
                  <a:pt x="1662065" y="4184630"/>
                </a:cubicBezTo>
                <a:cubicBezTo>
                  <a:pt x="1658816" y="4205398"/>
                  <a:pt x="1624608" y="4174561"/>
                  <a:pt x="1595989" y="4193679"/>
                </a:cubicBezTo>
                <a:lnTo>
                  <a:pt x="1559231" y="4195932"/>
                </a:lnTo>
                <a:lnTo>
                  <a:pt x="1537197" y="4209468"/>
                </a:lnTo>
                <a:cubicBezTo>
                  <a:pt x="1524267" y="4212789"/>
                  <a:pt x="1508603" y="4203060"/>
                  <a:pt x="1508787" y="4230924"/>
                </a:cubicBezTo>
                <a:cubicBezTo>
                  <a:pt x="1500688" y="4227785"/>
                  <a:pt x="1493126" y="4234837"/>
                  <a:pt x="1488914" y="4241772"/>
                </a:cubicBezTo>
                <a:cubicBezTo>
                  <a:pt x="1483344" y="4244130"/>
                  <a:pt x="1472963" y="4244323"/>
                  <a:pt x="1465497" y="4245075"/>
                </a:cubicBezTo>
                <a:lnTo>
                  <a:pt x="1444118" y="4246285"/>
                </a:lnTo>
                <a:lnTo>
                  <a:pt x="1405326" y="4248391"/>
                </a:lnTo>
                <a:cubicBezTo>
                  <a:pt x="1362233" y="4238681"/>
                  <a:pt x="1386645" y="4253541"/>
                  <a:pt x="1344909" y="4237004"/>
                </a:cubicBezTo>
                <a:cubicBezTo>
                  <a:pt x="1319660" y="4278048"/>
                  <a:pt x="1328465" y="4235908"/>
                  <a:pt x="1298748" y="4241669"/>
                </a:cubicBezTo>
                <a:cubicBezTo>
                  <a:pt x="1303263" y="4202446"/>
                  <a:pt x="1257287" y="4277634"/>
                  <a:pt x="1251302" y="4232513"/>
                </a:cubicBezTo>
                <a:cubicBezTo>
                  <a:pt x="1246083" y="4234987"/>
                  <a:pt x="1221483" y="4225653"/>
                  <a:pt x="1216643" y="4229828"/>
                </a:cubicBezTo>
                <a:lnTo>
                  <a:pt x="1214101" y="4231991"/>
                </a:lnTo>
                <a:lnTo>
                  <a:pt x="1203193" y="4232867"/>
                </a:lnTo>
                <a:lnTo>
                  <a:pt x="1201049" y="4242842"/>
                </a:lnTo>
                <a:lnTo>
                  <a:pt x="1185298" y="4251133"/>
                </a:lnTo>
                <a:cubicBezTo>
                  <a:pt x="1179255" y="4252733"/>
                  <a:pt x="1172580" y="4252698"/>
                  <a:pt x="1164955" y="4250027"/>
                </a:cubicBezTo>
                <a:cubicBezTo>
                  <a:pt x="1138322" y="4224376"/>
                  <a:pt x="1100363" y="4267890"/>
                  <a:pt x="1067357" y="4233908"/>
                </a:cubicBezTo>
                <a:cubicBezTo>
                  <a:pt x="1055150" y="4224918"/>
                  <a:pt x="1016960" y="4218576"/>
                  <a:pt x="1009492" y="4230455"/>
                </a:cubicBezTo>
                <a:cubicBezTo>
                  <a:pt x="1001480" y="4231829"/>
                  <a:pt x="992281" y="4225396"/>
                  <a:pt x="988345" y="4238880"/>
                </a:cubicBezTo>
                <a:cubicBezTo>
                  <a:pt x="981958" y="4254801"/>
                  <a:pt x="954663" y="4223227"/>
                  <a:pt x="958251" y="4244100"/>
                </a:cubicBezTo>
                <a:cubicBezTo>
                  <a:pt x="938858" y="4222336"/>
                  <a:pt x="915951" y="4241975"/>
                  <a:pt x="899207" y="4247688"/>
                </a:cubicBezTo>
                <a:cubicBezTo>
                  <a:pt x="884002" y="4226854"/>
                  <a:pt x="873981" y="4247833"/>
                  <a:pt x="837706" y="4245528"/>
                </a:cubicBezTo>
                <a:cubicBezTo>
                  <a:pt x="821001" y="4221598"/>
                  <a:pt x="809746" y="4268977"/>
                  <a:pt x="778474" y="4235526"/>
                </a:cubicBezTo>
                <a:cubicBezTo>
                  <a:pt x="777421" y="4238161"/>
                  <a:pt x="776057" y="4240538"/>
                  <a:pt x="774418" y="4242583"/>
                </a:cubicBezTo>
                <a:cubicBezTo>
                  <a:pt x="764902" y="4254463"/>
                  <a:pt x="748468" y="4252810"/>
                  <a:pt x="737705" y="4238891"/>
                </a:cubicBezTo>
                <a:cubicBezTo>
                  <a:pt x="688302" y="4193107"/>
                  <a:pt x="682485" y="4224501"/>
                  <a:pt x="641839" y="4211160"/>
                </a:cubicBezTo>
                <a:cubicBezTo>
                  <a:pt x="596156" y="4200529"/>
                  <a:pt x="617273" y="4236299"/>
                  <a:pt x="558105" y="4191218"/>
                </a:cubicBezTo>
                <a:cubicBezTo>
                  <a:pt x="553107" y="4206459"/>
                  <a:pt x="528323" y="4202818"/>
                  <a:pt x="515682" y="4193696"/>
                </a:cubicBezTo>
                <a:cubicBezTo>
                  <a:pt x="493567" y="4189726"/>
                  <a:pt x="491022" y="4212483"/>
                  <a:pt x="467082" y="4185616"/>
                </a:cubicBezTo>
                <a:cubicBezTo>
                  <a:pt x="472585" y="4207692"/>
                  <a:pt x="425896" y="4188982"/>
                  <a:pt x="437646" y="4212658"/>
                </a:cubicBezTo>
                <a:cubicBezTo>
                  <a:pt x="424682" y="4230622"/>
                  <a:pt x="415313" y="4197369"/>
                  <a:pt x="402271" y="4212774"/>
                </a:cubicBezTo>
                <a:cubicBezTo>
                  <a:pt x="386486" y="4214846"/>
                  <a:pt x="402806" y="4204907"/>
                  <a:pt x="384907" y="4201195"/>
                </a:cubicBezTo>
                <a:cubicBezTo>
                  <a:pt x="363484" y="4200591"/>
                  <a:pt x="360732" y="4185695"/>
                  <a:pt x="337154" y="4206136"/>
                </a:cubicBezTo>
                <a:cubicBezTo>
                  <a:pt x="313728" y="4191390"/>
                  <a:pt x="328632" y="4203044"/>
                  <a:pt x="298662" y="4211227"/>
                </a:cubicBezTo>
                <a:cubicBezTo>
                  <a:pt x="284852" y="4197257"/>
                  <a:pt x="274958" y="4202411"/>
                  <a:pt x="265740" y="4213623"/>
                </a:cubicBezTo>
                <a:cubicBezTo>
                  <a:pt x="235520" y="4207388"/>
                  <a:pt x="209548" y="4223241"/>
                  <a:pt x="176403" y="4227393"/>
                </a:cubicBezTo>
                <a:cubicBezTo>
                  <a:pt x="138304" y="4239982"/>
                  <a:pt x="110954" y="4232182"/>
                  <a:pt x="82528" y="4243774"/>
                </a:cubicBezTo>
                <a:cubicBezTo>
                  <a:pt x="48751" y="4221865"/>
                  <a:pt x="39523" y="4251971"/>
                  <a:pt x="19464" y="4256103"/>
                </a:cubicBezTo>
                <a:lnTo>
                  <a:pt x="0" y="4221939"/>
                </a:lnTo>
                <a:lnTo>
                  <a:pt x="0" y="15850"/>
                </a:lnTo>
                <a:lnTo>
                  <a:pt x="389834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04665" y="938616"/>
            <a:ext cx="3353466" cy="3538791"/>
          </a:xfrm>
        </p:spPr>
        <p:txBody>
          <a:bodyPr anchor="ctr">
            <a:normAutofit fontScale="90000"/>
          </a:bodyPr>
          <a:lstStyle/>
          <a:p>
            <a:r>
              <a:rPr lang="fr-FR" dirty="0"/>
              <a:t>Réunion de lancement</a:t>
            </a:r>
            <a:br>
              <a:rPr lang="fr-FR" dirty="0"/>
            </a:br>
            <a:r>
              <a:rPr lang="fr-FR" dirty="0"/>
              <a:t>–</a:t>
            </a:r>
            <a:br>
              <a:rPr lang="fr-FR" dirty="0"/>
            </a:br>
            <a:r>
              <a:rPr lang="fr-FR" dirty="0"/>
              <a:t>Système d’aide À la navigation pour aveugles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DCE5572-4319-4D42-813F-C8C69C08C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94542">
            <a:off x="1791736" y="491177"/>
            <a:ext cx="1149890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9083F00-656E-AAC1-3006-5D7EEBC6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r="46837"/>
          <a:stretch>
            <a:fillRect/>
          </a:stretch>
        </p:blipFill>
        <p:spPr>
          <a:xfrm>
            <a:off x="6349173" y="509715"/>
            <a:ext cx="4131790" cy="51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1EA97-F28F-504F-F984-D02CE92C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Batang"/>
              </a:rPr>
              <a:t>Comité de pilotage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EF3F9C-DC9F-67A2-BCB3-8F871D05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1825624"/>
            <a:ext cx="10524895" cy="44287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ea typeface="Batang"/>
              </a:rPr>
              <a:t>Chef de projet : Alexandre BOURCIER</a:t>
            </a:r>
          </a:p>
          <a:p>
            <a:pPr marL="0" indent="0">
              <a:buNone/>
            </a:pPr>
            <a:endParaRPr lang="fr-FR" dirty="0">
              <a:ea typeface="Batang"/>
            </a:endParaRPr>
          </a:p>
          <a:p>
            <a:r>
              <a:rPr lang="fr-FR" dirty="0">
                <a:ea typeface="Batang"/>
              </a:rPr>
              <a:t>Fréquences des réunions : 1 réunion toutes les 2 semaines avec des comptes rendus de phases</a:t>
            </a:r>
          </a:p>
          <a:p>
            <a:pPr marL="0" indent="0">
              <a:buNone/>
            </a:pPr>
            <a:endParaRPr lang="fr-FR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97617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88B00-7F75-63ED-7450-0D3DF419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979" y="90742"/>
            <a:ext cx="9810604" cy="1216024"/>
          </a:xfrm>
        </p:spPr>
        <p:txBody>
          <a:bodyPr/>
          <a:lstStyle/>
          <a:p>
            <a:r>
              <a:rPr lang="fr-FR" dirty="0"/>
              <a:t>Cahier des charges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9AF6FB-0CB9-5E89-C579-817DE0D6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1" y="1559800"/>
            <a:ext cx="5862373" cy="50711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F8020B-3757-B88D-6985-FCF9D7B7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41"/>
          <a:stretch/>
        </p:blipFill>
        <p:spPr>
          <a:xfrm>
            <a:off x="6175354" y="1054003"/>
            <a:ext cx="4734318" cy="571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59ABE-A716-E4B6-D435-701607A1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05" y="51189"/>
            <a:ext cx="9810604" cy="1216024"/>
          </a:xfrm>
        </p:spPr>
        <p:txBody>
          <a:bodyPr/>
          <a:lstStyle/>
          <a:p>
            <a:r>
              <a:rPr lang="fr-FR" dirty="0"/>
              <a:t>Planning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7318EB-08A2-BD9A-09DE-82B7D5A09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10" y="1267213"/>
            <a:ext cx="5546993" cy="533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6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34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6" name="Ink 36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46" name="Ink 36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5440670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85D18B0-949F-CE42-2DE1-62C98F85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760499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FOP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63958-DA3D-5EF2-BFFB-A15CB0F0B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718" y="56677"/>
            <a:ext cx="5817255" cy="674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5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chiv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877F05900379479111F5A1D239566B" ma:contentTypeVersion="4" ma:contentTypeDescription="Crée un document." ma:contentTypeScope="" ma:versionID="4bdf0618ec649a266b0d2b63f265e192">
  <xsd:schema xmlns:xsd="http://www.w3.org/2001/XMLSchema" xmlns:xs="http://www.w3.org/2001/XMLSchema" xmlns:p="http://schemas.microsoft.com/office/2006/metadata/properties" xmlns:ns2="7765eaa8-c9ee-4906-95e1-76c56e4e9522" targetNamespace="http://schemas.microsoft.com/office/2006/metadata/properties" ma:root="true" ma:fieldsID="e8d7f92450f7d0e4decbc417d74e341c" ns2:_="">
    <xsd:import namespace="7765eaa8-c9ee-4906-95e1-76c56e4e95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65eaa8-c9ee-4906-95e1-76c56e4e95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37253A-EA41-4F5A-9AA7-3EE0410FB1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A8C5D5-DD94-4C4D-BAB3-E07B3F1BE0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65eaa8-c9ee-4906-95e1-76c56e4e9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C2D9E6-52DE-4B5E-AB13-588F4D067B5D}">
  <ds:schemaRefs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ad10a977-cd45-4e54-804e-ec45d32bf4f5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</Words>
  <Application>Microsoft Office PowerPoint</Application>
  <PresentationFormat>Grand écran</PresentationFormat>
  <Paragraphs>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Batang</vt:lpstr>
      <vt:lpstr>Arial</vt:lpstr>
      <vt:lpstr>Bembo</vt:lpstr>
      <vt:lpstr>ArchiveVTI</vt:lpstr>
      <vt:lpstr>Réunion de lancement – Système d’aide À la navigation pour aveugles</vt:lpstr>
      <vt:lpstr>Comité de pilotage</vt:lpstr>
      <vt:lpstr>Cahier des charges</vt:lpstr>
      <vt:lpstr>Planning</vt:lpstr>
      <vt:lpstr>FOP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Alexandre Bourcier</cp:lastModifiedBy>
  <cp:revision>41</cp:revision>
  <dcterms:created xsi:type="dcterms:W3CDTF">2024-09-23T14:31:27Z</dcterms:created>
  <dcterms:modified xsi:type="dcterms:W3CDTF">2025-09-17T07:33:29Z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0x0101000A877F05900379479111F5A1D239566B</vt:lpwstr>
  </property>
  <property fmtid="{D5CDD505-2E9C-101B-9397-08002B2CF9AE}" pid="3" name="Order">
    <vt:r8>1000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